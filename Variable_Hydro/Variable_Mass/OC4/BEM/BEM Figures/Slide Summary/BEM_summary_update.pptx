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361" r:id="rId2"/>
    <p:sldId id="372" r:id="rId3"/>
    <p:sldId id="373" r:id="rId4"/>
    <p:sldId id="392" r:id="rId5"/>
    <p:sldId id="393" r:id="rId6"/>
    <p:sldId id="375" r:id="rId7"/>
    <p:sldId id="374" r:id="rId8"/>
    <p:sldId id="376" r:id="rId9"/>
    <p:sldId id="377" r:id="rId10"/>
    <p:sldId id="378" r:id="rId11"/>
    <p:sldId id="379" r:id="rId12"/>
    <p:sldId id="380" r:id="rId13"/>
    <p:sldId id="381" r:id="rId14"/>
    <p:sldId id="382" r:id="rId15"/>
    <p:sldId id="383" r:id="rId16"/>
    <p:sldId id="384" r:id="rId17"/>
    <p:sldId id="385" r:id="rId18"/>
    <p:sldId id="386" r:id="rId19"/>
    <p:sldId id="387" r:id="rId20"/>
    <p:sldId id="388" r:id="rId21"/>
    <p:sldId id="389" r:id="rId22"/>
    <p:sldId id="390" r:id="rId23"/>
    <p:sldId id="39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9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85F278-D0B6-457F-9614-940D411F333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59AEDD-BD0A-4B25-87AC-B0C2260ABA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413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59AEDD-BD0A-4B25-87AC-B0C2260ABAD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210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D9DD4C-2C51-6381-977D-946A874E87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3165D1E6-74E3-D3A1-A811-052CC9CA52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47821" y="4071490"/>
            <a:ext cx="5995913" cy="1072525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1867" baseline="0">
                <a:solidFill>
                  <a:schemeClr val="tx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7C3FC213-3EDF-A62E-5741-14DB181BCD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47821" y="2815540"/>
            <a:ext cx="5995913" cy="1226921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3733" b="1" i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FCE04EF3-923D-201C-649E-9A709AD764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4274" y="439990"/>
            <a:ext cx="3863605" cy="66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398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anded - D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300C934-D4AA-C547-F254-28EA8656CC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ound Single Corner Rectangle 5">
            <a:extLst>
              <a:ext uri="{FF2B5EF4-FFF2-40B4-BE49-F238E27FC236}">
                <a16:creationId xmlns:a16="http://schemas.microsoft.com/office/drawing/2014/main" id="{53434CCC-6EFD-7C5D-44CF-AC47A1521F7A}"/>
              </a:ext>
            </a:extLst>
          </p:cNvPr>
          <p:cNvSpPr/>
          <p:nvPr userDrawn="1"/>
        </p:nvSpPr>
        <p:spPr>
          <a:xfrm flipH="1">
            <a:off x="4982629" y="1821079"/>
            <a:ext cx="7209371" cy="2813816"/>
          </a:xfrm>
          <a:prstGeom prst="round1Rect">
            <a:avLst/>
          </a:prstGeom>
          <a:solidFill>
            <a:schemeClr val="tx2">
              <a:alpha val="8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4000">
              <a:solidFill>
                <a:schemeClr val="tx1"/>
              </a:solidFill>
            </a:endParaRP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33F6BF7D-C346-8B85-15A9-F66E687610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47821" y="3304883"/>
            <a:ext cx="5995913" cy="1072525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1867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F7FBD040-673B-13F0-63F3-0EBE5D26CD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47821" y="2048933"/>
            <a:ext cx="5995913" cy="1226921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3733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2FC481-075A-B2B0-6D31-B82D9272AB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4274" y="439990"/>
            <a:ext cx="3863605" cy="66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138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anded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A225CB-CD23-F7BC-5267-1CE7E47D53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ound Single Corner Rectangle 4">
            <a:extLst>
              <a:ext uri="{FF2B5EF4-FFF2-40B4-BE49-F238E27FC236}">
                <a16:creationId xmlns:a16="http://schemas.microsoft.com/office/drawing/2014/main" id="{AAF3343D-5494-2952-6518-2EC533073D3B}"/>
              </a:ext>
            </a:extLst>
          </p:cNvPr>
          <p:cNvSpPr/>
          <p:nvPr userDrawn="1"/>
        </p:nvSpPr>
        <p:spPr>
          <a:xfrm flipH="1">
            <a:off x="4982629" y="1724317"/>
            <a:ext cx="7209371" cy="2813816"/>
          </a:xfrm>
          <a:prstGeom prst="round1Rect">
            <a:avLst/>
          </a:prstGeom>
          <a:solidFill>
            <a:schemeClr val="accent1">
              <a:alpha val="8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4000">
              <a:solidFill>
                <a:schemeClr val="tx1"/>
              </a:solidFill>
            </a:endParaRP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BADED627-213A-516F-ADD9-61EDBDA05C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47821" y="3208122"/>
            <a:ext cx="5995913" cy="1072525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1867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B901F51B-893E-1A68-4D61-0BC1304645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47821" y="1952172"/>
            <a:ext cx="5995913" cy="1226921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3733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53F896-FDD3-1ED6-72A7-F7A574082C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4274" y="439989"/>
            <a:ext cx="3863605" cy="66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986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anded 02 - D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242C60-04B2-41B3-C291-AECB8D9683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9B83B3C1-F54D-D8B9-2D88-22D275C945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22564" y="3055490"/>
            <a:ext cx="7989209" cy="1072525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1867" baseline="0">
                <a:solidFill>
                  <a:schemeClr val="tx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E6D7FFE8-F91E-7D4D-B3C4-0A4EDC0217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2564" y="1799540"/>
            <a:ext cx="7989209" cy="1226921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3733" b="1" i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ACF24C-224E-F864-4153-01FC31478D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44604" y="439990"/>
            <a:ext cx="3863605" cy="66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481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36">
          <p15:clr>
            <a:srgbClr val="FBAE40"/>
          </p15:clr>
        </p15:guide>
        <p15:guide id="2" pos="28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anded 02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A941F43-0F18-4FF2-503C-B6D2F9CCEE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BE11A61A-EB8D-2DC7-6470-E03B1016DD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22563" y="3055489"/>
            <a:ext cx="7979532" cy="1099813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1867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523F762D-98DA-91B5-8EB3-DE728439F5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2563" y="1799540"/>
            <a:ext cx="7979532" cy="1258137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3733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9DDA84-18CD-86D1-1ADE-9B6482C65F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51291" y="439989"/>
            <a:ext cx="3863605" cy="66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533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Full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E9EC95-41F7-2267-D97D-2564C1DD2B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1218706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5364AE-AD7D-C1B5-C5E2-C5A95DE28D8F}"/>
              </a:ext>
            </a:extLst>
          </p:cNvPr>
          <p:cNvSpPr txBox="1"/>
          <p:nvPr userDrawn="1"/>
        </p:nvSpPr>
        <p:spPr>
          <a:xfrm>
            <a:off x="623273" y="6441283"/>
            <a:ext cx="4506569" cy="2667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i="1">
                <a:ln>
                  <a:noFill/>
                </a:ln>
                <a:solidFill>
                  <a:schemeClr val="bg1"/>
                </a:solidFill>
                <a:effectLst>
                  <a:outerShdw blurRad="139700" dir="5400000" algn="t" rotWithShape="0">
                    <a:prstClr val="black"/>
                  </a:outerShdw>
                </a:effectLst>
              </a:rPr>
              <a:t>Photo by Josh Bauer, National Laboratory of the Rockies 061725</a:t>
            </a:r>
          </a:p>
        </p:txBody>
      </p:sp>
      <p:sp>
        <p:nvSpPr>
          <p:cNvPr id="7" name="Round Single Corner Rectangle 6">
            <a:extLst>
              <a:ext uri="{FF2B5EF4-FFF2-40B4-BE49-F238E27FC236}">
                <a16:creationId xmlns:a16="http://schemas.microsoft.com/office/drawing/2014/main" id="{6792AF47-E7C7-1687-986F-424B2B8B44E9}"/>
              </a:ext>
            </a:extLst>
          </p:cNvPr>
          <p:cNvSpPr/>
          <p:nvPr userDrawn="1"/>
        </p:nvSpPr>
        <p:spPr>
          <a:xfrm flipH="1">
            <a:off x="4982629" y="1996709"/>
            <a:ext cx="7209371" cy="2813816"/>
          </a:xfrm>
          <a:prstGeom prst="round1Rect">
            <a:avLst/>
          </a:prstGeom>
          <a:solidFill>
            <a:schemeClr val="accent1">
              <a:alpha val="8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4000">
              <a:solidFill>
                <a:schemeClr val="tx1"/>
              </a:solidFill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D3F29FE1-C7DD-E11D-86DE-1F6185BB5D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47821" y="3480514"/>
            <a:ext cx="5995913" cy="1072525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1867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CD41AAEE-8830-CA65-75B2-FAEBEFEB4D6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47821" y="2224564"/>
            <a:ext cx="5995913" cy="1226921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3733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37D133-B612-6ACF-5F18-5A8461C904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4274" y="439989"/>
            <a:ext cx="3863605" cy="66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194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Full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3CCF46E-8401-A9EC-5B10-C510F7A87E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AAAC0E-AB07-BC2E-5852-EC8D6A6695EF}"/>
              </a:ext>
            </a:extLst>
          </p:cNvPr>
          <p:cNvSpPr txBox="1"/>
          <p:nvPr userDrawn="1"/>
        </p:nvSpPr>
        <p:spPr>
          <a:xfrm>
            <a:off x="623272" y="6441283"/>
            <a:ext cx="3785784" cy="2667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i="1">
                <a:ln>
                  <a:noFill/>
                </a:ln>
                <a:solidFill>
                  <a:schemeClr val="bg1">
                    <a:alpha val="67000"/>
                  </a:schemeClr>
                </a:solidFill>
                <a:effectLst>
                  <a:outerShdw blurRad="139700" dir="5400000" algn="t" rotWithShape="0">
                    <a:prstClr val="black"/>
                  </a:outerShdw>
                </a:effectLst>
              </a:rPr>
              <a:t>Photo from Adobe Stock 256750697</a:t>
            </a:r>
          </a:p>
        </p:txBody>
      </p:sp>
      <p:sp>
        <p:nvSpPr>
          <p:cNvPr id="5" name="Round Single Corner Rectangle 4">
            <a:extLst>
              <a:ext uri="{FF2B5EF4-FFF2-40B4-BE49-F238E27FC236}">
                <a16:creationId xmlns:a16="http://schemas.microsoft.com/office/drawing/2014/main" id="{C1C2E2C6-182B-B6D4-0359-3E61E2CF965E}"/>
              </a:ext>
            </a:extLst>
          </p:cNvPr>
          <p:cNvSpPr/>
          <p:nvPr userDrawn="1"/>
        </p:nvSpPr>
        <p:spPr>
          <a:xfrm flipH="1">
            <a:off x="4982629" y="2909193"/>
            <a:ext cx="7209371" cy="2813816"/>
          </a:xfrm>
          <a:prstGeom prst="round1Rect">
            <a:avLst/>
          </a:prstGeom>
          <a:solidFill>
            <a:schemeClr val="accent1">
              <a:alpha val="75762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4000">
              <a:solidFill>
                <a:schemeClr val="tx1"/>
              </a:solidFill>
            </a:endParaRP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A4C6B14F-9419-55EC-44A1-9567F3C0B9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47821" y="4392998"/>
            <a:ext cx="5995913" cy="1072525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1867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2DA675DD-BA42-47B4-AA1B-1B30F0638C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47821" y="3137047"/>
            <a:ext cx="5995913" cy="1226921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3733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152E85-7CEF-D49C-29B6-F09A95492F8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4274" y="439989"/>
            <a:ext cx="3863605" cy="66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8583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Full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73D906-1FFB-1CF2-B08C-FE077D9075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7067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AB9B396-1CF7-263B-DE68-7319423F728A}"/>
              </a:ext>
            </a:extLst>
          </p:cNvPr>
          <p:cNvSpPr txBox="1"/>
          <p:nvPr userDrawn="1"/>
        </p:nvSpPr>
        <p:spPr>
          <a:xfrm>
            <a:off x="623272" y="6441283"/>
            <a:ext cx="4299536" cy="2667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i="1" dirty="0">
                <a:ln>
                  <a:noFill/>
                </a:ln>
                <a:solidFill>
                  <a:schemeClr val="bg1">
                    <a:alpha val="74000"/>
                  </a:schemeClr>
                </a:solidFill>
                <a:effectLst>
                  <a:outerShdw blurRad="139700" dir="5400000" algn="t" rotWithShape="0">
                    <a:prstClr val="black"/>
                  </a:outerShdw>
                </a:effectLst>
              </a:rPr>
              <a:t>Photo by Agata Bogucka, National Laboratory of the Rockies 091683</a:t>
            </a:r>
          </a:p>
        </p:txBody>
      </p:sp>
      <p:sp>
        <p:nvSpPr>
          <p:cNvPr id="14" name="Round Single Corner Rectangle 13">
            <a:extLst>
              <a:ext uri="{FF2B5EF4-FFF2-40B4-BE49-F238E27FC236}">
                <a16:creationId xmlns:a16="http://schemas.microsoft.com/office/drawing/2014/main" id="{1354C242-52B2-0A8E-DF08-928107CFF092}"/>
              </a:ext>
            </a:extLst>
          </p:cNvPr>
          <p:cNvSpPr/>
          <p:nvPr userDrawn="1"/>
        </p:nvSpPr>
        <p:spPr>
          <a:xfrm flipH="1">
            <a:off x="4982629" y="3246583"/>
            <a:ext cx="7209371" cy="2813816"/>
          </a:xfrm>
          <a:prstGeom prst="round1Rect">
            <a:avLst/>
          </a:prstGeom>
          <a:solidFill>
            <a:schemeClr val="tx2">
              <a:alpha val="8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4000">
              <a:solidFill>
                <a:schemeClr val="tx1"/>
              </a:solidFill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B72CAE8-6D7A-F23E-6877-ABC080108F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47821" y="4730387"/>
            <a:ext cx="5995913" cy="1072525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1867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E4B00B9-3973-1E91-89B0-707864199F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47821" y="3474437"/>
            <a:ext cx="5995913" cy="1226921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3733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71490B-2E65-A106-CD72-77502C1F7A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4274" y="439989"/>
            <a:ext cx="3863605" cy="66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882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Insert Pho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1DAA1895-BC9B-D608-8F60-D1D9BE14EC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9393" y="4071490"/>
            <a:ext cx="5995913" cy="1072525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1867" baseline="0">
                <a:solidFill>
                  <a:schemeClr val="tx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619D4A7-D553-B936-5374-0B925CD8F3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9393" y="2815540"/>
            <a:ext cx="5995913" cy="1226921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3733" b="1" i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C68E19A-77B9-49C1-6434-A646F69436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46752" y="0"/>
            <a:ext cx="5145248" cy="6858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AAA28FA-83CC-2896-F9E3-B756D4A6D3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4274" y="439990"/>
            <a:ext cx="3863605" cy="6650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DE7C34-4E0E-4B5C-FAC7-B78A450607B4}"/>
              </a:ext>
            </a:extLst>
          </p:cNvPr>
          <p:cNvSpPr txBox="1"/>
          <p:nvPr userDrawn="1"/>
        </p:nvSpPr>
        <p:spPr>
          <a:xfrm>
            <a:off x="756276" y="6441283"/>
            <a:ext cx="4299536" cy="2667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i="1" dirty="0">
                <a:ln>
                  <a:noFill/>
                </a:ln>
                <a:solidFill>
                  <a:schemeClr val="tx1">
                    <a:alpha val="45289"/>
                  </a:schemeClr>
                </a:solidFill>
                <a:effectLst/>
              </a:rPr>
              <a:t>Photo / Image Credit</a:t>
            </a:r>
          </a:p>
        </p:txBody>
      </p:sp>
    </p:spTree>
    <p:extLst>
      <p:ext uri="{BB962C8B-B14F-4D97-AF65-F5344CB8AC3E}">
        <p14:creationId xmlns:p14="http://schemas.microsoft.com/office/powerpoint/2010/main" val="33762403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Text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7AC75E7-7BFD-4A75-83A1-67A33697740C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100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D02A84B4-4231-D57B-0394-9A45075BF7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9829" y="1440738"/>
            <a:ext cx="5285872" cy="4877023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73DCF93-8510-20FB-3AC3-FB0D2432C7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6299" y="1430267"/>
            <a:ext cx="5306484" cy="4897967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5pPr marL="1572729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0E7FF6A1-3EC4-A83C-7F4A-8B3112D4F63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rot="5400000">
            <a:off x="2356628" y="-2356623"/>
            <a:ext cx="1209529" cy="5922784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3600039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2 - Text,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3554E28-3E97-3A4B-70F7-3222381A2D72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100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9FE4844-2EAA-D15C-61E1-DAB24CB71C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3160" y="1430267"/>
            <a:ext cx="5285872" cy="4877023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6C333C1-CAD2-04B8-1D50-AEA24EC66B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6299" y="1430267"/>
            <a:ext cx="5306484" cy="4897967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5pPr marL="1572729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DB267A24-154F-8BC4-84AF-415D58A3B0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rot="5400000">
            <a:off x="3744682" y="-3744677"/>
            <a:ext cx="1209529" cy="8698893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268349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3 - Text,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6B6C6E8-42C3-4A1F-BB59-EF4B7F76FB04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100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39CADBED-3E11-D19F-95D9-44B761356F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3160" y="1430267"/>
            <a:ext cx="5285872" cy="4877023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8D825E5-1CA6-41E1-E519-C8FCDEE26E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6299" y="1430267"/>
            <a:ext cx="5306484" cy="4897967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5pPr marL="1572729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4A15FB00-4DEA-94CE-63D5-B2ADC3090A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5400000">
            <a:off x="5179749" y="-5179745"/>
            <a:ext cx="1209529" cy="11569029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1428184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Text,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148744-CE6B-2345-982F-B708871730DE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100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91DEBF9-3758-DA93-AA3D-C23FBD14DC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7035" y="1445603"/>
            <a:ext cx="10972799" cy="4877023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7FDADE84-5E89-D59F-E607-B7509F2C803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rot="5400000">
            <a:off x="2356630" y="-2356627"/>
            <a:ext cx="1209529" cy="5922784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33034847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2 - Text,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EE770E-246E-0206-1601-8F53F7A4D0E0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100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4EDB83C1-C315-3C43-5411-4464A5818B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7035" y="1445603"/>
            <a:ext cx="10972799" cy="4877023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F8A95FCE-6986-D09C-3BD5-EF9CDE56172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rot="5400000">
            <a:off x="3744682" y="-3744677"/>
            <a:ext cx="1209529" cy="8698893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5920391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3 - Text,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B491D7-A7E8-A790-CACC-720C7E26E8B6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100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2C152276-827A-02BC-0DC5-4CC3B06DE3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7035" y="1445603"/>
            <a:ext cx="10972799" cy="4877023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F1FE3094-1F3B-A3FE-3DDC-10E7A4AE3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5400000">
            <a:off x="5179749" y="-5179745"/>
            <a:ext cx="1209529" cy="11569029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marL="292601" marR="0" indent="-292601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25177195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No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BAF4BA-2B40-86B2-5ADE-9DA106E78E0F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100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772B71F8-736C-2EAC-160B-8A97FAB120C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rot="5400000">
            <a:off x="2356628" y="-2356623"/>
            <a:ext cx="1209529" cy="5922784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1569539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2 - No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8C1BDB-E839-FA07-66EB-45D378D63710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100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A58DF160-F1C7-3B40-DD96-75619D4BADC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rot="5400000">
            <a:off x="3744682" y="-3744677"/>
            <a:ext cx="1209529" cy="8698893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marL="292601" marR="0" indent="-292601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3550348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6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3 - No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EC5CC2-C1FF-21BD-310A-D826E85383FC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100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EA834269-002B-0A2C-FE20-8E91A6DEB63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rot="5400000">
            <a:off x="5179752" y="-5179746"/>
            <a:ext cx="1209529" cy="11569031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9794748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F340F5-B924-BD4B-06F9-27A24891BF9A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100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5E2B7A63-17EC-7451-96C1-F5584277787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936523" y="1530457"/>
            <a:ext cx="3645876" cy="4240607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 algn="ctr">
              <a:buNone/>
              <a:defRPr sz="1867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87572870-5A6A-D096-798A-DCE28A4F21D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09600" y="1432985"/>
            <a:ext cx="6866373" cy="4897967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A52AB44A-ADEF-58EE-5CEF-01FD5CEC026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37500" y="5902500"/>
            <a:ext cx="3379856" cy="233693"/>
          </a:xfrm>
        </p:spPr>
        <p:txBody>
          <a:bodyPr>
            <a:noAutofit/>
          </a:bodyPr>
          <a:lstStyle>
            <a:lvl1pPr marL="0" indent="0">
              <a:buNone/>
              <a:defRPr sz="8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61018702-9D58-BC5D-3602-1CCE25AC79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rot="5400000">
            <a:off x="5179752" y="-5179746"/>
            <a:ext cx="1209529" cy="11569031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Simple Slide + Image</a:t>
            </a:r>
          </a:p>
        </p:txBody>
      </p:sp>
    </p:spTree>
    <p:extLst>
      <p:ext uri="{BB962C8B-B14F-4D97-AF65-F5344CB8AC3E}">
        <p14:creationId xmlns:p14="http://schemas.microsoft.com/office/powerpoint/2010/main" val="12696918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– 3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8100CA-4516-4623-AF1E-58E3E9F1A04F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100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D75A950D-7FD4-6191-2A15-8300C9BE89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7506" y="1397000"/>
            <a:ext cx="8540751" cy="1007905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5">
            <a:extLst>
              <a:ext uri="{FF2B5EF4-FFF2-40B4-BE49-F238E27FC236}">
                <a16:creationId xmlns:a16="http://schemas.microsoft.com/office/drawing/2014/main" id="{94945111-E324-0A0B-4A4F-90E085F4582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2690" y="2707217"/>
            <a:ext cx="3270249" cy="3462471"/>
          </a:xfrm>
          <a:solidFill>
            <a:schemeClr val="bg2"/>
          </a:solidFill>
        </p:spPr>
        <p:txBody>
          <a:bodyPr lIns="91440" tIns="91440" rIns="91440" bIns="91440"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5">
            <a:extLst>
              <a:ext uri="{FF2B5EF4-FFF2-40B4-BE49-F238E27FC236}">
                <a16:creationId xmlns:a16="http://schemas.microsoft.com/office/drawing/2014/main" id="{A2C6E35C-CBC9-87A5-C98A-CFA0D08BBB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95857" y="2707217"/>
            <a:ext cx="3270249" cy="3462471"/>
          </a:xfrm>
          <a:solidFill>
            <a:schemeClr val="bg2"/>
          </a:solidFill>
        </p:spPr>
        <p:txBody>
          <a:bodyPr lIns="91440" tIns="91440" rIns="91440" bIns="91440"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45">
            <a:extLst>
              <a:ext uri="{FF2B5EF4-FFF2-40B4-BE49-F238E27FC236}">
                <a16:creationId xmlns:a16="http://schemas.microsoft.com/office/drawing/2014/main" id="{130942A5-3505-1222-55B2-500533F6F4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09024" y="2707217"/>
            <a:ext cx="3270249" cy="3462471"/>
          </a:xfrm>
          <a:solidFill>
            <a:schemeClr val="bg2"/>
          </a:solidFill>
        </p:spPr>
        <p:txBody>
          <a:bodyPr lIns="91440" tIns="91440" rIns="91440" bIns="91440"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E905BE9E-592C-8125-74A6-D15BC9C64C9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rot="5400000">
            <a:off x="5179752" y="-5179746"/>
            <a:ext cx="1209529" cy="11569031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36784918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4FD46F-2428-2F85-0A98-19BC8E00CE61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100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606A2CF-2063-A93D-1E9C-82E53E6121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600" y="4152009"/>
            <a:ext cx="3535680" cy="1980135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 algn="ctr">
              <a:buNone/>
              <a:defRPr sz="1867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3EC11FDD-73DB-0CB7-0D7D-B1E0E52E2E1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28160" y="4152009"/>
            <a:ext cx="3535680" cy="1980135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 algn="ctr">
              <a:buNone/>
              <a:defRPr sz="1867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9DCB6057-50CF-29BC-8890-0625EDA1387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20" y="4152009"/>
            <a:ext cx="3535680" cy="1980135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 algn="ctr">
              <a:buNone/>
              <a:defRPr sz="1867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8" name="Chart Placeholder 6">
            <a:extLst>
              <a:ext uri="{FF2B5EF4-FFF2-40B4-BE49-F238E27FC236}">
                <a16:creationId xmlns:a16="http://schemas.microsoft.com/office/drawing/2014/main" id="{6481AE08-8BDD-9767-AAE8-2796C127DF8A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353909" y="1452436"/>
            <a:ext cx="5228491" cy="2470203"/>
          </a:xfrm>
          <a:prstGeom prst="rect">
            <a:avLst/>
          </a:prstGeom>
          <a:solidFill>
            <a:schemeClr val="bg2"/>
          </a:solidFill>
        </p:spPr>
        <p:txBody>
          <a:bodyPr vert="horz">
            <a:normAutofit/>
          </a:bodyPr>
          <a:lstStyle>
            <a:lvl1pPr marL="0" indent="0" algn="ctr">
              <a:buNone/>
              <a:defRPr sz="1867"/>
            </a:lvl1pPr>
          </a:lstStyle>
          <a:p>
            <a:r>
              <a:rPr lang="en-US"/>
              <a:t>Insert Chart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DE7D43B7-7ED7-14CD-E9CD-ED09E2F669D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9601" y="1372276"/>
            <a:ext cx="5466303" cy="2498923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DED8F064-5F20-7A15-0FA9-CDFAB45787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3251" y="6203416"/>
            <a:ext cx="3550068" cy="210101"/>
          </a:xfrm>
        </p:spPr>
        <p:txBody>
          <a:bodyPr>
            <a:noAutofit/>
          </a:bodyPr>
          <a:lstStyle>
            <a:lvl1pPr marL="0" indent="0">
              <a:buNone/>
              <a:defRPr sz="800" i="1">
                <a:solidFill>
                  <a:srgbClr val="CBCBCB"/>
                </a:solidFill>
              </a:defRPr>
            </a:lvl1pPr>
            <a:lvl2pPr marL="414518" indent="0">
              <a:buNone/>
              <a:defRPr sz="800"/>
            </a:lvl2pPr>
            <a:lvl3pPr marL="768077" indent="0">
              <a:buNone/>
              <a:defRPr sz="800"/>
            </a:lvl3pPr>
            <a:lvl4pPr marL="1121636" indent="0">
              <a:buNone/>
              <a:defRPr sz="800"/>
            </a:lvl4pPr>
            <a:lvl5pPr marL="1426428" indent="0">
              <a:buNone/>
              <a:defRPr sz="800"/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A3B113F0-5058-EDE3-8BA5-62F03832334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41284" y="6197067"/>
            <a:ext cx="3523225" cy="227181"/>
          </a:xfrm>
        </p:spPr>
        <p:txBody>
          <a:bodyPr>
            <a:noAutofit/>
          </a:bodyPr>
          <a:lstStyle>
            <a:lvl1pPr marL="0" indent="0">
              <a:buNone/>
              <a:defRPr sz="8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D523EA33-83E0-61A5-165D-479F3FA069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51800" y="6209767"/>
            <a:ext cx="3530600" cy="227181"/>
          </a:xfrm>
        </p:spPr>
        <p:txBody>
          <a:bodyPr>
            <a:noAutofit/>
          </a:bodyPr>
          <a:lstStyle>
            <a:lvl1pPr marL="0" indent="0">
              <a:buNone/>
              <a:defRPr sz="8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6EEDDDDA-8210-942E-E2A3-848A0D8AB42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rot="5400000">
            <a:off x="2356629" y="-2356624"/>
            <a:ext cx="1209529" cy="5922784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26207420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–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CA958A-1F5F-2496-8D28-E74C6A204A97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100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4226130-4780-805B-7641-AA662B760B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1" y="499534"/>
            <a:ext cx="5285872" cy="5906105"/>
          </a:xfrm>
        </p:spPr>
        <p:txBody>
          <a:bodyPr>
            <a:normAutofit/>
          </a:bodyPr>
          <a:lstStyle>
            <a:lvl1pPr indent="-304792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4547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52">
          <p15:clr>
            <a:srgbClr val="FBAE40"/>
          </p15:clr>
        </p15:guide>
        <p15:guide id="2" pos="2352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– n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224578-8E67-64B3-6F6D-A427F8213408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100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505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52">
          <p15:clr>
            <a:srgbClr val="FBAE40"/>
          </p15:clr>
        </p15:guide>
        <p15:guide id="2" pos="244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- Dun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760447" y="3707711"/>
            <a:ext cx="6099972" cy="0"/>
          </a:xfrm>
          <a:prstGeom prst="line">
            <a:avLst/>
          </a:prstGeom>
          <a:ln w="28575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760028" y="3956079"/>
            <a:ext cx="6118085" cy="1468735"/>
          </a:xfrm>
        </p:spPr>
        <p:txBody>
          <a:bodyPr>
            <a:noAutofit/>
          </a:bodyPr>
          <a:lstStyle>
            <a:lvl1pPr marL="0" indent="0">
              <a:spcBef>
                <a:spcPts val="533"/>
              </a:spcBef>
              <a:buNone/>
              <a:defRPr sz="2400" baseline="0"/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Subtitle or additional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5E67DE-D090-4E05-A78B-1B661FF15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809" y="1669356"/>
            <a:ext cx="6133080" cy="1811779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algn="l"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Transition Slide Title</a:t>
            </a:r>
          </a:p>
        </p:txBody>
      </p:sp>
    </p:spTree>
    <p:extLst>
      <p:ext uri="{BB962C8B-B14F-4D97-AF65-F5344CB8AC3E}">
        <p14:creationId xmlns:p14="http://schemas.microsoft.com/office/powerpoint/2010/main" val="14530916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- Mesa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60447" y="3707711"/>
            <a:ext cx="6099972" cy="0"/>
          </a:xfrm>
          <a:prstGeom prst="line">
            <a:avLst/>
          </a:prstGeom>
          <a:ln w="28575" cap="rnd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757172" y="3948645"/>
            <a:ext cx="6135997" cy="1468735"/>
          </a:xfrm>
        </p:spPr>
        <p:txBody>
          <a:bodyPr>
            <a:noAutofit/>
          </a:bodyPr>
          <a:lstStyle>
            <a:lvl1pPr marL="0" indent="0">
              <a:spcBef>
                <a:spcPts val="533"/>
              </a:spcBef>
              <a:buNone/>
              <a:defRPr sz="2400" baseline="0">
                <a:solidFill>
                  <a:srgbClr val="FFFFFF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Subtitle or additional text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8794D23-6074-4A1B-BA3A-739DFE96CA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530" y="1669356"/>
            <a:ext cx="6151036" cy="1811779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algn="l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Transition Slide Title</a:t>
            </a:r>
          </a:p>
        </p:txBody>
      </p:sp>
    </p:spTree>
    <p:extLst>
      <p:ext uri="{BB962C8B-B14F-4D97-AF65-F5344CB8AC3E}">
        <p14:creationId xmlns:p14="http://schemas.microsoft.com/office/powerpoint/2010/main" val="17926136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- Rocky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60447" y="3707711"/>
            <a:ext cx="6099972" cy="0"/>
          </a:xfrm>
          <a:prstGeom prst="line">
            <a:avLst/>
          </a:prstGeom>
          <a:ln w="28575" cap="rnd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757172" y="3948645"/>
            <a:ext cx="6135997" cy="1468735"/>
          </a:xfrm>
        </p:spPr>
        <p:txBody>
          <a:bodyPr>
            <a:noAutofit/>
          </a:bodyPr>
          <a:lstStyle>
            <a:lvl1pPr marL="0" indent="0">
              <a:spcBef>
                <a:spcPts val="533"/>
              </a:spcBef>
              <a:buNone/>
              <a:defRPr sz="2400" baseline="0">
                <a:solidFill>
                  <a:srgbClr val="FFFFFF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Subtitle or additional text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8794D23-6074-4A1B-BA3A-739DFE96CA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530" y="1669356"/>
            <a:ext cx="6151036" cy="1811779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algn="l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Transition Slide Title</a:t>
            </a:r>
          </a:p>
        </p:txBody>
      </p:sp>
    </p:spTree>
    <p:extLst>
      <p:ext uri="{BB962C8B-B14F-4D97-AF65-F5344CB8AC3E}">
        <p14:creationId xmlns:p14="http://schemas.microsoft.com/office/powerpoint/2010/main" val="31347380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- Golden Su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760447" y="3707711"/>
            <a:ext cx="6099972" cy="0"/>
          </a:xfrm>
          <a:prstGeom prst="line">
            <a:avLst/>
          </a:prstGeom>
          <a:ln w="28575" cap="rnd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760028" y="3956079"/>
            <a:ext cx="6118085" cy="1468735"/>
          </a:xfrm>
        </p:spPr>
        <p:txBody>
          <a:bodyPr>
            <a:noAutofit/>
          </a:bodyPr>
          <a:lstStyle>
            <a:lvl1pPr marL="0" indent="0">
              <a:spcBef>
                <a:spcPts val="533"/>
              </a:spcBef>
              <a:buNone/>
              <a:defRPr sz="240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Subtitle or additional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5E67DE-D090-4E05-A78B-1B661FF15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809" y="1669356"/>
            <a:ext cx="6133080" cy="1811779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algn="l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Transition Slide Title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C69288-7B94-D2DA-9757-8C3C74DCB744}"/>
              </a:ext>
            </a:extLst>
          </p:cNvPr>
          <p:cNvSpPr txBox="1"/>
          <p:nvPr userDrawn="1"/>
        </p:nvSpPr>
        <p:spPr>
          <a:xfrm>
            <a:off x="7445555" y="151058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2400" err="1"/>
          </a:p>
        </p:txBody>
      </p:sp>
    </p:spTree>
    <p:extLst>
      <p:ext uri="{BB962C8B-B14F-4D97-AF65-F5344CB8AC3E}">
        <p14:creationId xmlns:p14="http://schemas.microsoft.com/office/powerpoint/2010/main" val="8320143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ing Mesa Blue - Large Photo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133" baseline="0"/>
            </a:lvl1pPr>
          </a:lstStyle>
          <a:p>
            <a:r>
              <a:rPr lang="en-US"/>
              <a:t>Insert large image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9030D-4C76-415A-95F6-CB8F61DED0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585" y="6426201"/>
            <a:ext cx="3706284" cy="15308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" i="1">
                <a:solidFill>
                  <a:srgbClr val="C0C0C0"/>
                </a:solidFill>
              </a:defRPr>
            </a:lvl1pPr>
            <a:lvl2pPr marL="311142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611701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91861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121917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B0E1FD29-8D0F-8869-D71A-93FEE828F5A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0" y="3420272"/>
            <a:ext cx="6096000" cy="2198915"/>
          </a:xfrm>
          <a:prstGeom prst="round1Rect">
            <a:avLst/>
          </a:prstGeom>
          <a:solidFill>
            <a:schemeClr val="tx2">
              <a:alpha val="68000"/>
            </a:schemeClr>
          </a:solidFill>
        </p:spPr>
        <p:txBody>
          <a:bodyPr wrap="square" lIns="0" rIns="0" anchor="ctr">
            <a:normAutofit/>
          </a:bodyPr>
          <a:lstStyle>
            <a:lvl1pPr marL="0" algn="ctr">
              <a:buNone/>
              <a:defRPr sz="3733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Key Messaging </a:t>
            </a:r>
            <a:br>
              <a:rPr lang="en-US"/>
            </a:br>
            <a:r>
              <a:rPr lang="en-US"/>
              <a:t>Slide One</a:t>
            </a:r>
          </a:p>
        </p:txBody>
      </p:sp>
    </p:spTree>
    <p:extLst>
      <p:ext uri="{BB962C8B-B14F-4D97-AF65-F5344CB8AC3E}">
        <p14:creationId xmlns:p14="http://schemas.microsoft.com/office/powerpoint/2010/main" val="1460517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1428">
          <p15:clr>
            <a:srgbClr val="FBAE40"/>
          </p15:clr>
        </p15:guide>
        <p15:guide id="7" orient="horz" pos="1404">
          <p15:clr>
            <a:srgbClr val="FBAE40"/>
          </p15:clr>
        </p15:guide>
        <p15:guide id="8" orient="horz" pos="996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ing Rocky Blue - 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133" baseline="0"/>
            </a:lvl1pPr>
          </a:lstStyle>
          <a:p>
            <a:r>
              <a:rPr lang="en-US"/>
              <a:t>Insert large image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9030D-4C76-415A-95F6-CB8F61DED0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585" y="6426201"/>
            <a:ext cx="3706284" cy="15308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" i="1">
                <a:solidFill>
                  <a:srgbClr val="C0C0C0"/>
                </a:solidFill>
              </a:defRPr>
            </a:lvl1pPr>
            <a:lvl2pPr marL="311142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611701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91861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121917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2C83F3B-445C-362C-4172-B33E9F6FD0A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0" y="3420272"/>
            <a:ext cx="6096000" cy="2198915"/>
          </a:xfrm>
          <a:prstGeom prst="round1Rect">
            <a:avLst/>
          </a:prstGeom>
          <a:solidFill>
            <a:schemeClr val="accent1">
              <a:alpha val="68000"/>
            </a:schemeClr>
          </a:solidFill>
        </p:spPr>
        <p:txBody>
          <a:bodyPr wrap="square" lIns="0" rIns="0" anchor="ctr">
            <a:normAutofit/>
          </a:bodyPr>
          <a:lstStyle>
            <a:lvl1pPr marL="0" algn="ctr">
              <a:buNone/>
              <a:defRPr sz="3733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Key Messaging </a:t>
            </a:r>
            <a:br>
              <a:rPr lang="en-US"/>
            </a:br>
            <a:r>
              <a:rPr lang="en-US"/>
              <a:t>Slide One</a:t>
            </a:r>
          </a:p>
        </p:txBody>
      </p:sp>
    </p:spTree>
    <p:extLst>
      <p:ext uri="{BB962C8B-B14F-4D97-AF65-F5344CB8AC3E}">
        <p14:creationId xmlns:p14="http://schemas.microsoft.com/office/powerpoint/2010/main" val="14388672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1428">
          <p15:clr>
            <a:srgbClr val="FBAE40"/>
          </p15:clr>
        </p15:guide>
        <p15:guide id="7" orient="horz" pos="1404">
          <p15:clr>
            <a:srgbClr val="FBAE40"/>
          </p15:clr>
        </p15:guide>
        <p15:guide id="8" orient="horz" pos="996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ing Dune - 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133" baseline="0"/>
            </a:lvl1pPr>
          </a:lstStyle>
          <a:p>
            <a:r>
              <a:rPr lang="en-US"/>
              <a:t>Insert large image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9030D-4C76-415A-95F6-CB8F61DED0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585" y="6426201"/>
            <a:ext cx="3706284" cy="15308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" i="1">
                <a:solidFill>
                  <a:srgbClr val="C0C0C0"/>
                </a:solidFill>
              </a:defRPr>
            </a:lvl1pPr>
            <a:lvl2pPr marL="311142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611701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91861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121917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C62E59A-76FF-421D-2BC3-2376D2A5B8B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0" y="3420272"/>
            <a:ext cx="6096000" cy="2198915"/>
          </a:xfrm>
          <a:prstGeom prst="round1Rect">
            <a:avLst/>
          </a:prstGeom>
          <a:solidFill>
            <a:schemeClr val="bg2">
              <a:alpha val="83167"/>
            </a:schemeClr>
          </a:solidFill>
        </p:spPr>
        <p:txBody>
          <a:bodyPr wrap="square" lIns="0" rIns="0" anchor="ctr">
            <a:normAutofit/>
          </a:bodyPr>
          <a:lstStyle>
            <a:lvl1pPr marL="0" algn="ctr">
              <a:buNone/>
              <a:defRPr sz="3733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Key Messaging </a:t>
            </a:r>
            <a:br>
              <a:rPr lang="en-US"/>
            </a:br>
            <a:r>
              <a:rPr lang="en-US"/>
              <a:t>Slide One</a:t>
            </a:r>
          </a:p>
        </p:txBody>
      </p:sp>
    </p:spTree>
    <p:extLst>
      <p:ext uri="{BB962C8B-B14F-4D97-AF65-F5344CB8AC3E}">
        <p14:creationId xmlns:p14="http://schemas.microsoft.com/office/powerpoint/2010/main" val="2630992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1428">
          <p15:clr>
            <a:srgbClr val="FBAE40"/>
          </p15:clr>
        </p15:guide>
        <p15:guide id="7" orient="horz" pos="1404">
          <p15:clr>
            <a:srgbClr val="FBAE40"/>
          </p15:clr>
        </p15:guide>
        <p15:guide id="8" orient="horz" pos="996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Slide -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6"/>
          <p:cNvSpPr>
            <a:spLocks noGrp="1"/>
          </p:cNvSpPr>
          <p:nvPr>
            <p:ph type="chart" sz="quarter" idx="11" hasCustomPrompt="1"/>
          </p:nvPr>
        </p:nvSpPr>
        <p:spPr>
          <a:xfrm>
            <a:off x="624418" y="2774774"/>
            <a:ext cx="2511385" cy="191481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/>
            </a:lvl1pPr>
          </a:lstStyle>
          <a:p>
            <a:r>
              <a:rPr lang="en-US"/>
              <a:t>Insert Chart</a:t>
            </a:r>
          </a:p>
        </p:txBody>
      </p:sp>
      <p:sp>
        <p:nvSpPr>
          <p:cNvPr id="10" name="Chart Placeholder 6"/>
          <p:cNvSpPr>
            <a:spLocks noGrp="1"/>
          </p:cNvSpPr>
          <p:nvPr>
            <p:ph type="chart" sz="quarter" idx="12" hasCustomPrompt="1"/>
          </p:nvPr>
        </p:nvSpPr>
        <p:spPr>
          <a:xfrm>
            <a:off x="9284800" y="2774774"/>
            <a:ext cx="2511385" cy="191481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/>
            </a:lvl1pPr>
          </a:lstStyle>
          <a:p>
            <a:r>
              <a:rPr lang="en-US"/>
              <a:t>Insert Chart</a:t>
            </a:r>
          </a:p>
        </p:txBody>
      </p:sp>
      <p:sp>
        <p:nvSpPr>
          <p:cNvPr id="11" name="Chart Placeholder 6"/>
          <p:cNvSpPr>
            <a:spLocks noGrp="1"/>
          </p:cNvSpPr>
          <p:nvPr>
            <p:ph type="chart" sz="quarter" idx="13" hasCustomPrompt="1"/>
          </p:nvPr>
        </p:nvSpPr>
        <p:spPr>
          <a:xfrm>
            <a:off x="6354569" y="2774774"/>
            <a:ext cx="2511385" cy="191481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/>
            </a:lvl1pPr>
          </a:lstStyle>
          <a:p>
            <a:r>
              <a:rPr lang="en-US"/>
              <a:t>Insert Chart</a:t>
            </a:r>
          </a:p>
        </p:txBody>
      </p:sp>
      <p:sp>
        <p:nvSpPr>
          <p:cNvPr id="12" name="Chart Placeholder 6"/>
          <p:cNvSpPr>
            <a:spLocks noGrp="1"/>
          </p:cNvSpPr>
          <p:nvPr>
            <p:ph type="chart" sz="quarter" idx="14" hasCustomPrompt="1"/>
          </p:nvPr>
        </p:nvSpPr>
        <p:spPr>
          <a:xfrm>
            <a:off x="3490746" y="2774774"/>
            <a:ext cx="2511385" cy="191481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/>
            </a:lvl1pPr>
          </a:lstStyle>
          <a:p>
            <a:r>
              <a:rPr lang="en-US"/>
              <a:t>Insert Chart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BB32518-80C2-490A-8EDF-A9BC4D5EE0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37717" y="550843"/>
            <a:ext cx="6358467" cy="1715099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133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FD4793-29E8-C255-201E-B14E242DE00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02902" y="4870451"/>
            <a:ext cx="2537884" cy="910167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8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27D937D-C1DF-8E97-86B9-5B2B366CDC2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497431" y="4870452"/>
            <a:ext cx="2531533" cy="918633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8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E6AD15F-B268-1255-D9D8-0B454AC3A19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371540" y="4870451"/>
            <a:ext cx="2525184" cy="950384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8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839B973-B61B-DBEF-0780-D24C5D66F3C3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283701" y="4870451"/>
            <a:ext cx="2513065" cy="971549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8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545109-91C5-45A6-3F76-A1835755197A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tx1"/>
                </a:solidFill>
              </a:rPr>
              <a:t>National Laboratory of the Rockies</a:t>
            </a:r>
            <a:r>
              <a:rPr lang="en-US" sz="1000" baseline="0">
                <a:solidFill>
                  <a:schemeClr val="tx1"/>
                </a:solidFill>
              </a:rPr>
              <a:t>    </a:t>
            </a:r>
            <a:r>
              <a:rPr lang="en-US" sz="1000">
                <a:solidFill>
                  <a:schemeClr val="tx1"/>
                </a:solidFill>
              </a:rPr>
              <a:t>|    </a:t>
            </a:r>
            <a:fld id="{BFD71CF8-5198-8441-A7C0-DC22FD64CBE4}" type="slidenum">
              <a:rPr lang="en-US" sz="1000" smtClean="0">
                <a:solidFill>
                  <a:schemeClr val="tx1"/>
                </a:solidFill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6EF5BB11-B058-5863-9D17-F3827464850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 rot="5400000">
            <a:off x="1311658" y="-1311656"/>
            <a:ext cx="2265940" cy="4889253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Data Slide:</a:t>
            </a:r>
          </a:p>
          <a:p>
            <a:pPr lvl="0"/>
            <a:r>
              <a:rPr lang="en-US"/>
              <a:t>Keep Title Concise</a:t>
            </a:r>
          </a:p>
        </p:txBody>
      </p:sp>
    </p:spTree>
    <p:extLst>
      <p:ext uri="{BB962C8B-B14F-4D97-AF65-F5344CB8AC3E}">
        <p14:creationId xmlns:p14="http://schemas.microsoft.com/office/powerpoint/2010/main" val="249673388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Infographic Lar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28"/>
          <p:cNvSpPr>
            <a:spLocks noGrp="1"/>
          </p:cNvSpPr>
          <p:nvPr>
            <p:ph type="pic" sz="quarter" idx="49" hasCustomPrompt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133"/>
            </a:lvl1pPr>
          </a:lstStyle>
          <a:p>
            <a:r>
              <a:rPr lang="en-US"/>
              <a:t>                                                                             Insert a large image here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40"/>
          </p:nvPr>
        </p:nvSpPr>
        <p:spPr>
          <a:xfrm>
            <a:off x="0" y="3414950"/>
            <a:ext cx="12192000" cy="2644161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vert="horz"/>
          <a:lstStyle>
            <a:lvl1pPr marL="0" indent="0" algn="ctr">
              <a:buNone/>
              <a:defRPr sz="133">
                <a:solidFill>
                  <a:srgbClr val="33333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24"/>
          <p:cNvSpPr>
            <a:spLocks noGrp="1" noChangeAspect="1"/>
          </p:cNvSpPr>
          <p:nvPr>
            <p:ph type="pic" sz="quarter" idx="50" hasCustomPrompt="1"/>
          </p:nvPr>
        </p:nvSpPr>
        <p:spPr>
          <a:xfrm>
            <a:off x="654244" y="2616060"/>
            <a:ext cx="1722576" cy="1722571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6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35" name="Picture Placeholder 24"/>
          <p:cNvSpPr>
            <a:spLocks noGrp="1" noChangeAspect="1"/>
          </p:cNvSpPr>
          <p:nvPr>
            <p:ph type="pic" sz="quarter" idx="51" hasCustomPrompt="1"/>
          </p:nvPr>
        </p:nvSpPr>
        <p:spPr>
          <a:xfrm>
            <a:off x="2986149" y="2616060"/>
            <a:ext cx="1722576" cy="1722571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6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36" name="Picture Placeholder 24"/>
          <p:cNvSpPr>
            <a:spLocks noGrp="1" noChangeAspect="1"/>
          </p:cNvSpPr>
          <p:nvPr>
            <p:ph type="pic" sz="quarter" idx="52" hasCustomPrompt="1"/>
          </p:nvPr>
        </p:nvSpPr>
        <p:spPr>
          <a:xfrm>
            <a:off x="5234712" y="2616060"/>
            <a:ext cx="1722576" cy="1722571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6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37" name="Picture Placeholder 24"/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7567584" y="2616060"/>
            <a:ext cx="1722576" cy="1722571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6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38" name="Picture Placeholder 24"/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9782135" y="2616060"/>
            <a:ext cx="1722576" cy="1722571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6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5006D69-EA13-4B2D-9C01-B58C393770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585" y="6508750"/>
            <a:ext cx="2193500" cy="15180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" i="1">
                <a:solidFill>
                  <a:srgbClr val="CBCBCB"/>
                </a:solidFill>
              </a:defRPr>
            </a:lvl1pPr>
            <a:lvl2pPr marL="311142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611701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91861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121917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47" hasCustomPrompt="1"/>
          </p:nvPr>
        </p:nvSpPr>
        <p:spPr>
          <a:xfrm>
            <a:off x="9782136" y="5057513"/>
            <a:ext cx="1782233" cy="760891"/>
          </a:xfrm>
          <a:prstGeom prst="rect">
            <a:avLst/>
          </a:prstGeom>
          <a:ln>
            <a:noFill/>
          </a:ln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333" baseline="0">
                <a:solidFill>
                  <a:schemeClr val="tx1"/>
                </a:solidFill>
              </a:defRPr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48" hasCustomPrompt="1"/>
          </p:nvPr>
        </p:nvSpPr>
        <p:spPr>
          <a:xfrm>
            <a:off x="9782137" y="4519809"/>
            <a:ext cx="1782233" cy="43538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867" baseline="0">
                <a:solidFill>
                  <a:schemeClr val="tx1"/>
                </a:solidFill>
              </a:defRPr>
            </a:lvl1pPr>
            <a:lvl2pPr marL="609585" indent="0">
              <a:buNone/>
              <a:defRPr sz="2933">
                <a:solidFill>
                  <a:srgbClr val="8DC63F"/>
                </a:solidFill>
              </a:defRPr>
            </a:lvl2pPr>
            <a:lvl3pPr marL="1219170" indent="0">
              <a:buNone/>
              <a:defRPr sz="2933">
                <a:solidFill>
                  <a:srgbClr val="8DC63F"/>
                </a:solidFill>
              </a:defRPr>
            </a:lvl3pPr>
            <a:lvl4pPr marL="1828754" indent="0">
              <a:buNone/>
              <a:defRPr sz="2933">
                <a:solidFill>
                  <a:srgbClr val="8DC63F"/>
                </a:solidFill>
              </a:defRPr>
            </a:lvl4pPr>
            <a:lvl5pPr marL="2438339" indent="0">
              <a:buNone/>
              <a:defRPr sz="2933">
                <a:solidFill>
                  <a:srgbClr val="8DC63F"/>
                </a:solidFill>
              </a:defRPr>
            </a:lvl5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45" hasCustomPrompt="1"/>
          </p:nvPr>
        </p:nvSpPr>
        <p:spPr>
          <a:xfrm>
            <a:off x="7540880" y="5057513"/>
            <a:ext cx="1782233" cy="760891"/>
          </a:xfrm>
          <a:prstGeom prst="rect">
            <a:avLst/>
          </a:prstGeom>
          <a:ln>
            <a:noFill/>
          </a:ln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333" baseline="0">
                <a:solidFill>
                  <a:schemeClr val="tx1"/>
                </a:solidFill>
              </a:defRPr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46" hasCustomPrompt="1"/>
          </p:nvPr>
        </p:nvSpPr>
        <p:spPr>
          <a:xfrm>
            <a:off x="7540881" y="4519809"/>
            <a:ext cx="1782233" cy="43538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867" baseline="0">
                <a:solidFill>
                  <a:schemeClr val="tx1"/>
                </a:solidFill>
              </a:defRPr>
            </a:lvl1pPr>
            <a:lvl2pPr marL="609585" indent="0">
              <a:buNone/>
              <a:defRPr sz="2933">
                <a:solidFill>
                  <a:srgbClr val="8DC63F"/>
                </a:solidFill>
              </a:defRPr>
            </a:lvl2pPr>
            <a:lvl3pPr marL="1219170" indent="0">
              <a:buNone/>
              <a:defRPr sz="2933">
                <a:solidFill>
                  <a:srgbClr val="8DC63F"/>
                </a:solidFill>
              </a:defRPr>
            </a:lvl3pPr>
            <a:lvl4pPr marL="1828754" indent="0">
              <a:buNone/>
              <a:defRPr sz="2933">
                <a:solidFill>
                  <a:srgbClr val="8DC63F"/>
                </a:solidFill>
              </a:defRPr>
            </a:lvl4pPr>
            <a:lvl5pPr marL="2438339" indent="0">
              <a:buNone/>
              <a:defRPr sz="2933">
                <a:solidFill>
                  <a:srgbClr val="8DC63F"/>
                </a:solidFill>
              </a:defRPr>
            </a:lvl5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43" hasCustomPrompt="1"/>
          </p:nvPr>
        </p:nvSpPr>
        <p:spPr>
          <a:xfrm>
            <a:off x="5241522" y="5057513"/>
            <a:ext cx="1782233" cy="760891"/>
          </a:xfrm>
          <a:prstGeom prst="rect">
            <a:avLst/>
          </a:prstGeom>
          <a:ln>
            <a:noFill/>
          </a:ln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333" baseline="0">
                <a:solidFill>
                  <a:schemeClr val="tx1"/>
                </a:solidFill>
              </a:defRPr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22" name="Text Placeholder 17"/>
          <p:cNvSpPr>
            <a:spLocks noGrp="1"/>
          </p:cNvSpPr>
          <p:nvPr>
            <p:ph type="body" sz="quarter" idx="44" hasCustomPrompt="1"/>
          </p:nvPr>
        </p:nvSpPr>
        <p:spPr>
          <a:xfrm>
            <a:off x="5241524" y="4519809"/>
            <a:ext cx="1782233" cy="43538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867" baseline="0">
                <a:solidFill>
                  <a:schemeClr val="tx1"/>
                </a:solidFill>
              </a:defRPr>
            </a:lvl1pPr>
            <a:lvl2pPr marL="609585" indent="0">
              <a:buNone/>
              <a:defRPr sz="2933">
                <a:solidFill>
                  <a:srgbClr val="8DC63F"/>
                </a:solidFill>
              </a:defRPr>
            </a:lvl2pPr>
            <a:lvl3pPr marL="1219170" indent="0">
              <a:buNone/>
              <a:defRPr sz="2933">
                <a:solidFill>
                  <a:srgbClr val="8DC63F"/>
                </a:solidFill>
              </a:defRPr>
            </a:lvl3pPr>
            <a:lvl4pPr marL="1828754" indent="0">
              <a:buNone/>
              <a:defRPr sz="2933">
                <a:solidFill>
                  <a:srgbClr val="8DC63F"/>
                </a:solidFill>
              </a:defRPr>
            </a:lvl4pPr>
            <a:lvl5pPr marL="2438339" indent="0">
              <a:buNone/>
              <a:defRPr sz="2933">
                <a:solidFill>
                  <a:srgbClr val="8DC63F"/>
                </a:solidFill>
              </a:defRPr>
            </a:lvl5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41" hasCustomPrompt="1"/>
          </p:nvPr>
        </p:nvSpPr>
        <p:spPr>
          <a:xfrm>
            <a:off x="2926493" y="5057513"/>
            <a:ext cx="1782233" cy="760891"/>
          </a:xfrm>
          <a:prstGeom prst="rect">
            <a:avLst/>
          </a:prstGeom>
          <a:ln>
            <a:noFill/>
          </a:ln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333" baseline="0">
                <a:solidFill>
                  <a:schemeClr val="tx1"/>
                </a:solidFill>
              </a:defRPr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20" name="Text Placeholder 17"/>
          <p:cNvSpPr>
            <a:spLocks noGrp="1"/>
          </p:cNvSpPr>
          <p:nvPr>
            <p:ph type="body" sz="quarter" idx="42" hasCustomPrompt="1"/>
          </p:nvPr>
        </p:nvSpPr>
        <p:spPr>
          <a:xfrm>
            <a:off x="2926494" y="4519809"/>
            <a:ext cx="1782233" cy="43538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867" baseline="0">
                <a:solidFill>
                  <a:schemeClr val="tx1"/>
                </a:solidFill>
              </a:defRPr>
            </a:lvl1pPr>
            <a:lvl2pPr marL="609585" indent="0">
              <a:buNone/>
              <a:defRPr sz="2933">
                <a:solidFill>
                  <a:srgbClr val="8DC63F"/>
                </a:solidFill>
              </a:defRPr>
            </a:lvl2pPr>
            <a:lvl3pPr marL="1219170" indent="0">
              <a:buNone/>
              <a:defRPr sz="2933">
                <a:solidFill>
                  <a:srgbClr val="8DC63F"/>
                </a:solidFill>
              </a:defRPr>
            </a:lvl3pPr>
            <a:lvl4pPr marL="1828754" indent="0">
              <a:buNone/>
              <a:defRPr sz="2933">
                <a:solidFill>
                  <a:srgbClr val="8DC63F"/>
                </a:solidFill>
              </a:defRPr>
            </a:lvl4pPr>
            <a:lvl5pPr marL="2438339" indent="0">
              <a:buNone/>
              <a:defRPr sz="2933">
                <a:solidFill>
                  <a:srgbClr val="8DC63F"/>
                </a:solidFill>
              </a:defRPr>
            </a:lvl5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EF547DDC-F696-4D14-A37E-2EF7474AC2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4418" y="4519809"/>
            <a:ext cx="1782233" cy="435380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867"/>
            </a:lvl1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1D542F68-27CA-4381-B06E-F293CB5998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4419" y="5057515"/>
            <a:ext cx="1782232" cy="760891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333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40390E-E1C4-AA93-CA32-9ED58E9ED9C2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tx1"/>
                </a:solidFill>
              </a:rPr>
              <a:t>National Laboratory of the Rockies</a:t>
            </a:r>
            <a:r>
              <a:rPr lang="en-US" sz="1000" baseline="0">
                <a:solidFill>
                  <a:schemeClr val="tx1"/>
                </a:solidFill>
              </a:rPr>
              <a:t>    </a:t>
            </a:r>
            <a:r>
              <a:rPr lang="en-US" sz="1000">
                <a:solidFill>
                  <a:schemeClr val="tx1"/>
                </a:solidFill>
              </a:rPr>
              <a:t>|    </a:t>
            </a:r>
            <a:fld id="{BFD71CF8-5198-8441-A7C0-DC22FD64CBE4}" type="slidenum">
              <a:rPr lang="en-US" sz="1000" smtClean="0">
                <a:solidFill>
                  <a:schemeClr val="tx1"/>
                </a:solidFill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B2126045-E94D-0D57-0550-E5ECA86A08F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rot="5400000">
            <a:off x="1311661" y="-1325548"/>
            <a:ext cx="2265940" cy="4889253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Messaging + Blue </a:t>
            </a:r>
            <a:br>
              <a:rPr lang="en-US"/>
            </a:br>
            <a:r>
              <a:rPr lang="en-US"/>
              <a:t>Infographic Content</a:t>
            </a:r>
          </a:p>
        </p:txBody>
      </p:sp>
    </p:spTree>
    <p:extLst>
      <p:ext uri="{BB962C8B-B14F-4D97-AF65-F5344CB8AC3E}">
        <p14:creationId xmlns:p14="http://schemas.microsoft.com/office/powerpoint/2010/main" val="38949102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Half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49" hasCustomPrompt="1"/>
          </p:nvPr>
        </p:nvSpPr>
        <p:spPr>
          <a:xfrm>
            <a:off x="9676" y="1178"/>
            <a:ext cx="12192000" cy="3577167"/>
          </a:xfrm>
          <a:solidFill>
            <a:srgbClr val="EFEFEF"/>
          </a:solidFill>
        </p:spPr>
        <p:txBody>
          <a:bodyPr>
            <a:normAutofit/>
          </a:bodyPr>
          <a:lstStyle>
            <a:lvl1pPr marL="0" indent="0" algn="ctr">
              <a:buNone/>
              <a:defRPr sz="2133"/>
            </a:lvl1pPr>
          </a:lstStyle>
          <a:p>
            <a:r>
              <a:rPr lang="en-US"/>
              <a:t>Insert a large image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3CE4DC-F9C6-A43C-28C6-13011655AA6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608859" y="3927847"/>
            <a:ext cx="5384221" cy="237399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F18EFF9-E0AC-CC7E-2764-B29737D0FE57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384966" y="3927847"/>
            <a:ext cx="5384221" cy="237399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B8DDF63-B0C1-97B0-7607-7753AB3540E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08860" y="6519511"/>
            <a:ext cx="3082033" cy="201360"/>
          </a:xfrm>
        </p:spPr>
        <p:txBody>
          <a:bodyPr>
            <a:noAutofit/>
          </a:bodyPr>
          <a:lstStyle>
            <a:lvl1pPr marL="0" indent="0">
              <a:buNone/>
              <a:defRPr sz="8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72765-270E-31B1-47C6-BD7C04EAF619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tx1"/>
                </a:solidFill>
              </a:rPr>
              <a:t>National Laboratory of the Rockies</a:t>
            </a:r>
            <a:r>
              <a:rPr lang="en-US" sz="1000" baseline="0">
                <a:solidFill>
                  <a:schemeClr val="tx1"/>
                </a:solidFill>
              </a:rPr>
              <a:t>    </a:t>
            </a:r>
            <a:r>
              <a:rPr lang="en-US" sz="1000">
                <a:solidFill>
                  <a:schemeClr val="tx1"/>
                </a:solidFill>
              </a:rPr>
              <a:t>|    </a:t>
            </a:r>
            <a:fld id="{BFD71CF8-5198-8441-A7C0-DC22FD64CBE4}" type="slidenum">
              <a:rPr lang="en-US" sz="1000" smtClean="0">
                <a:solidFill>
                  <a:schemeClr val="tx1"/>
                </a:solidFill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D3DA80E-A967-60F3-1627-DA99A049BB0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" y="2777066"/>
            <a:ext cx="5993079" cy="801279"/>
          </a:xfrm>
          <a:prstGeom prst="round1Rect">
            <a:avLst/>
          </a:prstGeom>
          <a:solidFill>
            <a:schemeClr val="tx2"/>
          </a:solidFill>
        </p:spPr>
        <p:txBody>
          <a:bodyPr wrap="square" lIns="457200" rIns="0" anchor="ctr">
            <a:normAutofit/>
          </a:bodyPr>
          <a:lstStyle>
            <a:lvl1pPr>
              <a:buNone/>
              <a:defRPr sz="3333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623727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Half Blue - Half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3C7420-D1E3-2748-83F1-0C3F1C99A95C}"/>
              </a:ext>
            </a:extLst>
          </p:cNvPr>
          <p:cNvSpPr/>
          <p:nvPr userDrawn="1"/>
        </p:nvSpPr>
        <p:spPr>
          <a:xfrm>
            <a:off x="0" y="4273551"/>
            <a:ext cx="12192000" cy="258540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0" y="1"/>
            <a:ext cx="12192000" cy="4273551"/>
          </a:xfrm>
          <a:solidFill>
            <a:srgbClr val="EFEFEF"/>
          </a:solidFill>
        </p:spPr>
        <p:txBody>
          <a:bodyPr>
            <a:normAutofit/>
          </a:bodyPr>
          <a:lstStyle>
            <a:lvl1pPr marL="0" indent="0" algn="ctr">
              <a:buNone/>
              <a:defRPr sz="2133"/>
            </a:lvl1pPr>
          </a:lstStyle>
          <a:p>
            <a:r>
              <a:rPr lang="en-US"/>
              <a:t>Insert Photo or Graphic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2CA1365-BAC8-78C8-B53B-C8BF3C8FB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883" y="4723851"/>
            <a:ext cx="4441372" cy="1480456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3333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B26AFA-83CC-9BA7-8D5C-E4EC01AC987C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5474050" y="4695115"/>
            <a:ext cx="6215533" cy="1731264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1756F3-9E83-815E-7C56-7F10477D17E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37117" y="6506696"/>
            <a:ext cx="2940969" cy="247651"/>
          </a:xfrm>
        </p:spPr>
        <p:txBody>
          <a:bodyPr>
            <a:noAutofit/>
          </a:bodyPr>
          <a:lstStyle>
            <a:lvl1pPr marL="0" indent="0">
              <a:buNone/>
              <a:defRPr sz="800" i="1">
                <a:solidFill>
                  <a:srgbClr val="CBCBCB"/>
                </a:solidFill>
              </a:defRPr>
            </a:lvl1pPr>
            <a:lvl2pPr marL="451093" indent="0">
              <a:buNone/>
              <a:defRPr sz="800" i="1"/>
            </a:lvl2pPr>
            <a:lvl3pPr marL="792460" indent="0">
              <a:buNone/>
              <a:defRPr sz="800" i="1"/>
            </a:lvl3pPr>
            <a:lvl4pPr marL="1158211" indent="0">
              <a:buNone/>
              <a:defRPr sz="800" i="1"/>
            </a:lvl4pPr>
            <a:lvl5pPr marL="1450812" indent="0">
              <a:buNone/>
              <a:defRPr sz="800" i="1"/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F16797-31E5-332D-8BC8-939C4AAC29EC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bg1"/>
                </a:solidFill>
              </a:rPr>
              <a:t>National Laboratory of the Rockies</a:t>
            </a:r>
            <a:r>
              <a:rPr lang="en-US" sz="1000" baseline="0">
                <a:solidFill>
                  <a:schemeClr val="bg1"/>
                </a:solidFill>
              </a:rPr>
              <a:t>    </a:t>
            </a:r>
            <a:r>
              <a:rPr lang="en-US" sz="1000">
                <a:solidFill>
                  <a:schemeClr val="bg1"/>
                </a:solidFill>
              </a:rPr>
              <a:t>|    </a:t>
            </a:r>
            <a:fld id="{BFD71CF8-5198-8441-A7C0-DC22FD64CBE4}" type="slidenum">
              <a:rPr lang="en-US" sz="1000" smtClean="0">
                <a:solidFill>
                  <a:schemeClr val="bg1"/>
                </a:solidFill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639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68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Half Blue, Half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3C7420-D1E3-2748-83F1-0C3F1C99A95C}"/>
              </a:ext>
            </a:extLst>
          </p:cNvPr>
          <p:cNvSpPr/>
          <p:nvPr userDrawn="1"/>
        </p:nvSpPr>
        <p:spPr>
          <a:xfrm>
            <a:off x="0" y="4272595"/>
            <a:ext cx="12192000" cy="258540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F8E801-C21C-E943-9A0D-715C66D645FB}"/>
              </a:ext>
            </a:extLst>
          </p:cNvPr>
          <p:cNvSpPr/>
          <p:nvPr userDrawn="1"/>
        </p:nvSpPr>
        <p:spPr>
          <a:xfrm>
            <a:off x="0" y="0"/>
            <a:ext cx="12192000" cy="4272595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7D88D45-FB85-42C7-BC0A-8E60CF8D2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065" y="4723851"/>
            <a:ext cx="4437888" cy="1475232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3333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7D67B5D-5329-2E44-614F-CA5501D8249B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636047" y="777141"/>
            <a:ext cx="6217920" cy="304800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622128B2-D8A5-692C-2374-4D147DC3907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5473001" y="4695464"/>
            <a:ext cx="6108192" cy="1731264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D9BA69-7500-759F-7486-0B527B74901E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bg1"/>
                </a:solidFill>
              </a:rPr>
              <a:t>National Laboratory of the Rockies</a:t>
            </a:r>
            <a:r>
              <a:rPr lang="en-US" sz="1000" baseline="0">
                <a:solidFill>
                  <a:schemeClr val="bg1"/>
                </a:solidFill>
              </a:rPr>
              <a:t>    </a:t>
            </a:r>
            <a:r>
              <a:rPr lang="en-US" sz="1000">
                <a:solidFill>
                  <a:schemeClr val="bg1"/>
                </a:solidFill>
              </a:rPr>
              <a:t>|    </a:t>
            </a:r>
            <a:fld id="{BFD71CF8-5198-8441-A7C0-DC22FD64CBE4}" type="slidenum">
              <a:rPr lang="en-US" sz="1000" smtClean="0">
                <a:solidFill>
                  <a:schemeClr val="bg1"/>
                </a:solidFill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35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68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Half Blue, Half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3C7420-D1E3-2748-83F1-0C3F1C99A95C}"/>
              </a:ext>
            </a:extLst>
          </p:cNvPr>
          <p:cNvSpPr/>
          <p:nvPr userDrawn="1"/>
        </p:nvSpPr>
        <p:spPr>
          <a:xfrm>
            <a:off x="0" y="4272595"/>
            <a:ext cx="12192000" cy="258540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D3272D3-1563-408A-9F95-5911769F6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068" y="4723849"/>
            <a:ext cx="4437888" cy="1475232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3333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2893015-4F05-E217-3E5E-6EA469CBCA76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638028" y="778641"/>
            <a:ext cx="6217920" cy="304800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AC2ECD-612B-5E68-1983-6FB1054132F3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473001" y="4695816"/>
            <a:ext cx="5632704" cy="1731264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41D6D1-5CD2-9810-89E1-726B066A4BE4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bg1"/>
                </a:solidFill>
              </a:rPr>
              <a:t>National Laboratory of the Rockies</a:t>
            </a:r>
            <a:r>
              <a:rPr lang="en-US" sz="1000" baseline="0">
                <a:solidFill>
                  <a:schemeClr val="bg1"/>
                </a:solidFill>
              </a:rPr>
              <a:t>    </a:t>
            </a:r>
            <a:r>
              <a:rPr lang="en-US" sz="1000">
                <a:solidFill>
                  <a:schemeClr val="bg1"/>
                </a:solidFill>
              </a:rPr>
              <a:t>|    </a:t>
            </a:r>
            <a:fld id="{BFD71CF8-5198-8441-A7C0-DC22FD64CBE4}" type="slidenum">
              <a:rPr lang="en-US" sz="1000" smtClean="0">
                <a:solidFill>
                  <a:schemeClr val="bg1"/>
                </a:solidFill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4117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BAE40"/>
          </p15:clr>
        </p15:guide>
        <p15:guide id="2" orient="horz" pos="2268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4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3C7420-D1E3-2748-83F1-0C3F1C99A95C}"/>
              </a:ext>
            </a:extLst>
          </p:cNvPr>
          <p:cNvSpPr/>
          <p:nvPr userDrawn="1"/>
        </p:nvSpPr>
        <p:spPr>
          <a:xfrm>
            <a:off x="0" y="5536819"/>
            <a:ext cx="12192000" cy="13211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F8E801-C21C-E943-9A0D-715C66D645FB}"/>
              </a:ext>
            </a:extLst>
          </p:cNvPr>
          <p:cNvSpPr/>
          <p:nvPr userDrawn="1"/>
        </p:nvSpPr>
        <p:spPr>
          <a:xfrm>
            <a:off x="0" y="0"/>
            <a:ext cx="12192000" cy="5536819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75F658F-F273-41B3-ACB3-9D303C6C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234" y="5715404"/>
            <a:ext cx="4411133" cy="992565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3333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CEE8785B-1579-4206-A28B-023A6726B47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473682" y="5731959"/>
            <a:ext cx="6189133" cy="597879"/>
          </a:xfrm>
        </p:spPr>
        <p:txBody>
          <a:bodyPr lIns="0" tIns="0" rIns="0">
            <a:normAutofit/>
          </a:bodyPr>
          <a:lstStyle>
            <a:lvl1pPr>
              <a:buFont typeface="Arial" panose="020B0604020202020204" pitchFamily="34" charset="0"/>
              <a:buChar char="•"/>
              <a:defRPr sz="2133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6398B08-C541-AC03-D7BA-89980829E4B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633277" y="776816"/>
            <a:ext cx="6217920" cy="304800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9693A5-106B-EBE2-0277-5304EB612F9E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bg1"/>
                </a:solidFill>
              </a:rPr>
              <a:t>National Laboratory of the Rockies</a:t>
            </a:r>
            <a:r>
              <a:rPr lang="en-US" sz="1000" baseline="0">
                <a:solidFill>
                  <a:schemeClr val="bg1"/>
                </a:solidFill>
              </a:rPr>
              <a:t>    </a:t>
            </a:r>
            <a:r>
              <a:rPr lang="en-US" sz="1000">
                <a:solidFill>
                  <a:schemeClr val="bg1"/>
                </a:solidFill>
              </a:rPr>
              <a:t>|    </a:t>
            </a:r>
            <a:fld id="{BFD71CF8-5198-8441-A7C0-DC22FD64CBE4}" type="slidenum">
              <a:rPr lang="en-US" sz="1000" smtClean="0">
                <a:solidFill>
                  <a:schemeClr val="bg1"/>
                </a:solidFill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5560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4 bl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3C7420-D1E3-2748-83F1-0C3F1C99A95C}"/>
              </a:ext>
            </a:extLst>
          </p:cNvPr>
          <p:cNvSpPr/>
          <p:nvPr userDrawn="1"/>
        </p:nvSpPr>
        <p:spPr>
          <a:xfrm>
            <a:off x="0" y="5536819"/>
            <a:ext cx="12192000" cy="13211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9A29C17-CD58-45DF-9097-FE42DFA0C9BA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633279" y="776817"/>
            <a:ext cx="6217920" cy="3048000"/>
          </a:xfrm>
        </p:spPr>
        <p:txBody>
          <a:bodyPr lIns="0" tIns="0" rIns="0" bIns="0"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4C4210-7459-5AC3-8DF6-701132C83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234" y="5715404"/>
            <a:ext cx="4411133" cy="992565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3333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A7752E0B-A3B6-21AE-9429-49BAAB133370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473682" y="5731959"/>
            <a:ext cx="6189133" cy="597879"/>
          </a:xfrm>
        </p:spPr>
        <p:txBody>
          <a:bodyPr lIns="0" tIns="0" rIns="0">
            <a:normAutofit/>
          </a:bodyPr>
          <a:lstStyle>
            <a:lvl1pPr>
              <a:buFont typeface="Arial" panose="020B0604020202020204" pitchFamily="34" charset="0"/>
              <a:buChar char="•"/>
              <a:defRPr sz="2133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49A733-2D0F-C5A4-0491-9681B311B6EE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bg1"/>
                </a:solidFill>
              </a:rPr>
              <a:t>National Laboratory of the Rockies</a:t>
            </a:r>
            <a:r>
              <a:rPr lang="en-US" sz="1000" baseline="0">
                <a:solidFill>
                  <a:schemeClr val="bg1"/>
                </a:solidFill>
              </a:rPr>
              <a:t>    </a:t>
            </a:r>
            <a:r>
              <a:rPr lang="en-US" sz="1000">
                <a:solidFill>
                  <a:schemeClr val="bg1"/>
                </a:solidFill>
              </a:rPr>
              <a:t>|    </a:t>
            </a:r>
            <a:fld id="{BFD71CF8-5198-8441-A7C0-DC22FD64CBE4}" type="slidenum">
              <a:rPr lang="en-US" sz="1000" smtClean="0">
                <a:solidFill>
                  <a:schemeClr val="bg1"/>
                </a:solidFill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25647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3 blue,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4302269" y="0"/>
            <a:ext cx="7889731" cy="6858000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 algn="ctr">
              <a:buNone/>
              <a:defRPr sz="2133"/>
            </a:lvl1pPr>
          </a:lstStyle>
          <a:p>
            <a:r>
              <a:rPr lang="en-US"/>
              <a:t>Insert Photo or Graphic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0" y="0"/>
            <a:ext cx="4302269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CE9686F-E66D-461E-AC4C-5FD554E27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313" y="677856"/>
            <a:ext cx="3413760" cy="243840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 algn="l">
              <a:defRPr sz="3333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854499A-F954-2D90-958E-C82BCA5D1A33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718681" y="6515458"/>
            <a:ext cx="3082432" cy="234316"/>
          </a:xfrm>
        </p:spPr>
        <p:txBody>
          <a:bodyPr>
            <a:noAutofit/>
          </a:bodyPr>
          <a:lstStyle>
            <a:lvl1pPr marL="0" indent="0">
              <a:buNone/>
              <a:defRPr sz="8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CFE6108-195D-3AED-B0F0-BDF908E498BA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95649" y="3921539"/>
            <a:ext cx="3413760" cy="25983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67187C-EAD8-1E61-9962-5AE3823912D6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556992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4 blue,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1999130" y="0"/>
            <a:ext cx="10192871" cy="6858000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 algn="ctr">
              <a:buNone/>
              <a:defRPr sz="2133"/>
            </a:lvl1pPr>
          </a:lstStyle>
          <a:p>
            <a:r>
              <a:rPr lang="en-US"/>
              <a:t>Insert Photo or Graphic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-1" y="0"/>
            <a:ext cx="1999488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381708-CFBE-4024-B01B-9BC2A5E379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68153" y="6516506"/>
            <a:ext cx="3706284" cy="15308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" i="1">
                <a:solidFill>
                  <a:srgbClr val="C0C0C0"/>
                </a:solidFill>
              </a:defRPr>
            </a:lvl1pPr>
            <a:lvl2pPr marL="311142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611701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91861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121917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2F0677-99AF-14F1-F6C6-B4B4C7673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613" y="636531"/>
            <a:ext cx="1464063" cy="243840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85000"/>
              </a:lnSpc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58745-A1F2-18C6-DF3B-A0C108BEEC66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5927248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 gold tab,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999744" y="0"/>
            <a:ext cx="11192257" cy="6858000"/>
          </a:xfr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2133"/>
            </a:lvl1pPr>
          </a:lstStyle>
          <a:p>
            <a:r>
              <a:rPr lang="en-US"/>
              <a:t>Insert Photo or Graphic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-1" y="0"/>
            <a:ext cx="999744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E894BAA-0327-4892-AB75-34DCB16A20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23547" y="6515637"/>
            <a:ext cx="3706284" cy="15308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" i="1">
                <a:solidFill>
                  <a:srgbClr val="C0C0C0"/>
                </a:solidFill>
              </a:defRPr>
            </a:lvl1pPr>
            <a:lvl2pPr marL="311142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611701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91861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121917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208986-FEE2-BB0A-38A4-BDAEF1C64A2A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85253197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3 blu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808AC53-C403-F042-A661-2863C5AB400C}"/>
              </a:ext>
            </a:extLst>
          </p:cNvPr>
          <p:cNvSpPr/>
          <p:nvPr userDrawn="1"/>
        </p:nvSpPr>
        <p:spPr>
          <a:xfrm>
            <a:off x="4302269" y="0"/>
            <a:ext cx="7889731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0" y="0"/>
            <a:ext cx="4302269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BB39BF4-7072-4553-86C8-12D7D9B7A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312" y="677857"/>
            <a:ext cx="3413760" cy="2438400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3333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8EFFE661-D7A3-4C37-B357-433187842507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4791927" y="747843"/>
            <a:ext cx="6742176" cy="2916456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AF077-54D2-9477-158C-4436C07F9E04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96309" y="3919693"/>
            <a:ext cx="3413760" cy="2590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AC6BB4-4C1D-E09F-4285-4BB1E317D17A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2630191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4 blu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808AC53-C403-F042-A661-2863C5AB400C}"/>
              </a:ext>
            </a:extLst>
          </p:cNvPr>
          <p:cNvSpPr/>
          <p:nvPr userDrawn="1"/>
        </p:nvSpPr>
        <p:spPr>
          <a:xfrm>
            <a:off x="1999486" y="0"/>
            <a:ext cx="10192513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E2A80C-EB6E-8C4C-AB43-79FC52672C2F}"/>
              </a:ext>
            </a:extLst>
          </p:cNvPr>
          <p:cNvSpPr/>
          <p:nvPr userDrawn="1"/>
        </p:nvSpPr>
        <p:spPr>
          <a:xfrm>
            <a:off x="-1" y="0"/>
            <a:ext cx="1999488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797EB37-03F4-449B-B968-0A9F893D5E03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856082" y="661975"/>
            <a:ext cx="6133844" cy="3925824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79E2B33-0A98-2370-ADEA-B2EEAB6E8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035" y="636531"/>
            <a:ext cx="1458100" cy="2438400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85000"/>
              </a:lnSpc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56DAAE-94D5-B061-538D-10611DF8C0CC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9304565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gold tab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808AC53-C403-F042-A661-2863C5AB400C}"/>
              </a:ext>
            </a:extLst>
          </p:cNvPr>
          <p:cNvSpPr/>
          <p:nvPr userDrawn="1"/>
        </p:nvSpPr>
        <p:spPr>
          <a:xfrm>
            <a:off x="999744" y="0"/>
            <a:ext cx="11192257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FB4065-B034-894F-B2AD-10DA51A4FF51}"/>
              </a:ext>
            </a:extLst>
          </p:cNvPr>
          <p:cNvSpPr/>
          <p:nvPr userDrawn="1"/>
        </p:nvSpPr>
        <p:spPr>
          <a:xfrm>
            <a:off x="0" y="0"/>
            <a:ext cx="999744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BD73797-8DC2-4888-96F8-44B5CE03FB5C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1829604" y="667457"/>
            <a:ext cx="6189133" cy="1462616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AAC423-CB9B-EEBB-7601-9A8B3252AE95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47106603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3 blue, tex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0" y="0"/>
            <a:ext cx="4302269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4F110FF-8AA0-4EAA-B648-1E56466C209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4791930" y="747843"/>
            <a:ext cx="6743577" cy="2909756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01DA590-E34F-E95F-EA8F-25D429152E53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96309" y="3919693"/>
            <a:ext cx="3413760" cy="2590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15286F-2A29-ACB1-B45B-5FA5D51D6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312" y="677857"/>
            <a:ext cx="3413760" cy="2438400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3333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497A9C-A105-75A0-3CB4-2B747B7ED359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199826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4 blue, tex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8E2A80C-EB6E-8C4C-AB43-79FC52672C2F}"/>
              </a:ext>
            </a:extLst>
          </p:cNvPr>
          <p:cNvSpPr/>
          <p:nvPr userDrawn="1"/>
        </p:nvSpPr>
        <p:spPr>
          <a:xfrm>
            <a:off x="-1" y="0"/>
            <a:ext cx="1999488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997782B-AD07-41D8-8B1A-C80B79091418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849383" y="668676"/>
            <a:ext cx="6140543" cy="3926769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DE9B94A-10DF-F259-6211-361F39055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040" y="636540"/>
            <a:ext cx="1458096" cy="2931851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85000"/>
              </a:lnSpc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107A43-F47C-2F30-47BB-AF2A7123E668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35746153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gold tab, tex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F46C4D-EA55-834D-A1ED-486FAB3B53C7}"/>
              </a:ext>
            </a:extLst>
          </p:cNvPr>
          <p:cNvSpPr/>
          <p:nvPr userDrawn="1"/>
        </p:nvSpPr>
        <p:spPr>
          <a:xfrm>
            <a:off x="-1" y="0"/>
            <a:ext cx="999744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90E8073-CA3E-42B8-B107-F7F3B0E99B63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1829605" y="667457"/>
            <a:ext cx="6684697" cy="4477299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EBE631-E7F3-1A30-303E-56D522E750CA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62611068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3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4302269" y="0"/>
            <a:ext cx="7889731" cy="3429000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 algn="ctr">
              <a:buNone/>
              <a:defRPr sz="2133"/>
            </a:lvl1pPr>
          </a:lstStyle>
          <a:p>
            <a:r>
              <a:rPr lang="en-US"/>
              <a:t>Insert Photo or Graphic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82B3A08-FCC1-87D5-1806-980B38E9CB45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4307232" y="3429512"/>
            <a:ext cx="7884769" cy="3428488"/>
          </a:xfrm>
          <a:solidFill>
            <a:schemeClr val="bg2"/>
          </a:solidFill>
        </p:spPr>
        <p:txBody>
          <a:bodyPr lIns="365760" tIns="365760" rIns="365760" bIns="36576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0" y="0"/>
            <a:ext cx="4302269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1E2549-C9BE-44EC-AF2A-C2344561DBFA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496311" y="3910859"/>
            <a:ext cx="3413760" cy="25907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736489C-C527-2182-AA78-6C8EC3B4E358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769596" y="3140948"/>
            <a:ext cx="3499760" cy="215203"/>
          </a:xfrm>
        </p:spPr>
        <p:txBody>
          <a:bodyPr>
            <a:noAutofit/>
          </a:bodyPr>
          <a:lstStyle>
            <a:lvl1pPr marL="0" indent="0">
              <a:buNone/>
              <a:defRPr sz="8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E2BC63-8716-7F87-EDEE-D627E7392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312" y="677857"/>
            <a:ext cx="3413760" cy="2438400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3333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F67997-FED8-3B31-3271-4D017476C118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1299077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3 area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B232DB-1D11-DE05-2972-F705A485DA84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1996017" y="3432048"/>
            <a:ext cx="10195983" cy="3425952"/>
          </a:xfrm>
          <a:solidFill>
            <a:schemeClr val="bg2"/>
          </a:solidFill>
        </p:spPr>
        <p:txBody>
          <a:bodyPr lIns="365760" tIns="365760" rIns="365760" bIns="6400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1999488" y="0"/>
            <a:ext cx="10192513" cy="3429000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 algn="ctr">
              <a:buNone/>
              <a:defRPr sz="2133"/>
            </a:lvl1pPr>
          </a:lstStyle>
          <a:p>
            <a:r>
              <a:rPr lang="en-US"/>
              <a:t>Insert Photo or Graphic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BA21AF-1C86-484E-8C81-8214908BC04B}"/>
              </a:ext>
            </a:extLst>
          </p:cNvPr>
          <p:cNvSpPr/>
          <p:nvPr userDrawn="1"/>
        </p:nvSpPr>
        <p:spPr>
          <a:xfrm>
            <a:off x="-1" y="0"/>
            <a:ext cx="1999488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CC5C7B5-DFEC-E352-19F8-7DDB1DEC1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039" y="640016"/>
            <a:ext cx="1458096" cy="2779691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85000"/>
              </a:lnSpc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96FE1DD-C9BA-0FD5-CAD0-1C4DA5AF9A71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385833" y="3087310"/>
            <a:ext cx="3206585" cy="215249"/>
          </a:xfrm>
        </p:spPr>
        <p:txBody>
          <a:bodyPr>
            <a:noAutofit/>
          </a:bodyPr>
          <a:lstStyle>
            <a:lvl1pPr marL="0" indent="0">
              <a:buNone/>
              <a:defRPr sz="8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89777C-D043-D70D-23A4-FC873B156280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46723226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split with t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999744" y="0"/>
            <a:ext cx="11192257" cy="3429000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 algn="ctr">
              <a:buNone/>
              <a:defRPr sz="2133"/>
            </a:lvl1pPr>
          </a:lstStyle>
          <a:p>
            <a:r>
              <a:rPr lang="en-US"/>
              <a:t>Insert Photo or Graphic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5AE2D25-9C7A-B2BA-D5DE-F13F7B8A3FFA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991437" y="3429839"/>
            <a:ext cx="11200563" cy="3428163"/>
          </a:xfrm>
          <a:solidFill>
            <a:schemeClr val="bg2"/>
          </a:solidFill>
        </p:spPr>
        <p:txBody>
          <a:bodyPr lIns="365760" tIns="365760" rIns="365760" bIns="6400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9804E5-74BF-BD47-85E5-EA49688872F8}"/>
              </a:ext>
            </a:extLst>
          </p:cNvPr>
          <p:cNvSpPr/>
          <p:nvPr userDrawn="1"/>
        </p:nvSpPr>
        <p:spPr>
          <a:xfrm>
            <a:off x="-1" y="0"/>
            <a:ext cx="999744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FBBF26-D9F9-B112-3BA8-59D2A642D54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20766" y="3097556"/>
            <a:ext cx="2581399" cy="206829"/>
          </a:xfrm>
        </p:spPr>
        <p:txBody>
          <a:bodyPr>
            <a:noAutofit/>
          </a:bodyPr>
          <a:lstStyle>
            <a:lvl1pPr marL="0" indent="0">
              <a:buNone/>
              <a:defRPr sz="8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282CB7-1201-FE39-7E9A-084141E0CE2D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87030940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3 area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4C8B31-BC01-2C22-3ABA-BE59023BC63B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4303776" y="3422651"/>
            <a:ext cx="7888224" cy="3435349"/>
          </a:xfrm>
          <a:solidFill>
            <a:schemeClr val="bg2"/>
          </a:solidFill>
        </p:spPr>
        <p:txBody>
          <a:bodyPr lIns="365760" tIns="365760" rIns="365760" bIns="6400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0" y="0"/>
            <a:ext cx="4302269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A7A34F1A-F0DB-40F2-B360-EACF6348CA2D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791931" y="747844"/>
            <a:ext cx="6515815" cy="2166179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1254CF-076C-8B1F-5ECD-2B998D963E3C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496312" y="3918023"/>
            <a:ext cx="3413760" cy="25847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132B55-1426-0C63-1A57-2709D8CD8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312" y="677857"/>
            <a:ext cx="3413760" cy="2438400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3333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62CFE1-1EC0-DA96-4144-8C0FB4069729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042363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3 areas,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DA860-D395-9584-1BBA-D20571D1D2FE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1996272" y="3422651"/>
            <a:ext cx="10195728" cy="3435349"/>
          </a:xfrm>
          <a:solidFill>
            <a:schemeClr val="bg2"/>
          </a:solidFill>
        </p:spPr>
        <p:txBody>
          <a:bodyPr lIns="365760" tIns="365760" rIns="365760" bIns="6400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AAD8C3-A811-7F49-ABE6-460F673A0377}"/>
              </a:ext>
            </a:extLst>
          </p:cNvPr>
          <p:cNvSpPr/>
          <p:nvPr userDrawn="1"/>
        </p:nvSpPr>
        <p:spPr>
          <a:xfrm>
            <a:off x="-1" y="0"/>
            <a:ext cx="1999488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A16ECC7-95B6-4155-96E7-F0FFF0626F7E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482931" y="685320"/>
            <a:ext cx="6189133" cy="1462616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34C92E-68E4-262B-F413-5E1B122DD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039" y="640015"/>
            <a:ext cx="1466335" cy="2809429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85000"/>
              </a:lnSpc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4662C0-2AAB-725F-9E17-B54CCB5BA47D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029417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Split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B6990-0ED3-8B6A-CDDE-94E3134E15AB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991437" y="3429001"/>
            <a:ext cx="11200563" cy="3429000"/>
          </a:xfrm>
          <a:solidFill>
            <a:schemeClr val="bg2"/>
          </a:solidFill>
        </p:spPr>
        <p:txBody>
          <a:bodyPr lIns="365760" tIns="365760" rIns="365760" bIns="6400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A16ECC7-95B6-4155-96E7-F0FFF0626F7E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1467426" y="687553"/>
            <a:ext cx="6001849" cy="2400640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87FD9B-4A46-4188-9F66-F09E1C0537B3}"/>
              </a:ext>
            </a:extLst>
          </p:cNvPr>
          <p:cNvSpPr/>
          <p:nvPr userDrawn="1"/>
        </p:nvSpPr>
        <p:spPr>
          <a:xfrm>
            <a:off x="-1" y="0"/>
            <a:ext cx="999744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62EB90-119F-7B7C-5472-16CE10A89780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7192011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Slide - Multi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1" hasCustomPrompt="1"/>
          </p:nvPr>
        </p:nvSpPr>
        <p:spPr>
          <a:xfrm>
            <a:off x="609600" y="1855841"/>
            <a:ext cx="5497435" cy="2955056"/>
          </a:xfrm>
          <a:prstGeom prst="rect">
            <a:avLst/>
          </a:prstGeom>
          <a:solidFill>
            <a:schemeClr val="bg2"/>
          </a:solidFill>
        </p:spPr>
        <p:txBody>
          <a:bodyPr vert="horz"/>
          <a:lstStyle>
            <a:lvl1pPr marL="0" marR="0" indent="0" algn="ctr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/>
            </a:lvl1pPr>
          </a:lstStyle>
          <a:p>
            <a:r>
              <a:rPr lang="en-US"/>
              <a:t>Insert Photo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22" hasCustomPrompt="1"/>
          </p:nvPr>
        </p:nvSpPr>
        <p:spPr>
          <a:xfrm>
            <a:off x="6433744" y="243840"/>
            <a:ext cx="5162664" cy="2447187"/>
          </a:xfrm>
          <a:prstGeom prst="rect">
            <a:avLst/>
          </a:prstGeom>
          <a:solidFill>
            <a:schemeClr val="bg2"/>
          </a:solidFill>
        </p:spPr>
        <p:txBody>
          <a:bodyPr vert="horz"/>
          <a:lstStyle>
            <a:lvl1pPr marL="0" marR="0" indent="0" algn="ctr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/>
            </a:lvl1pPr>
          </a:lstStyle>
          <a:p>
            <a:r>
              <a:rPr lang="en-US"/>
              <a:t>Insert Photo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23" hasCustomPrompt="1"/>
          </p:nvPr>
        </p:nvSpPr>
        <p:spPr>
          <a:xfrm>
            <a:off x="6433744" y="3306596"/>
            <a:ext cx="5162664" cy="2602681"/>
          </a:xfrm>
          <a:prstGeom prst="rect">
            <a:avLst/>
          </a:prstGeom>
          <a:solidFill>
            <a:schemeClr val="bg2"/>
          </a:solidFill>
        </p:spPr>
        <p:txBody>
          <a:bodyPr vert="horz"/>
          <a:lstStyle>
            <a:lvl1pPr marL="0" marR="0" indent="0" algn="ctr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/>
            </a:lvl1pPr>
          </a:lstStyle>
          <a:p>
            <a:r>
              <a:rPr lang="en-US"/>
              <a:t>Insert Photo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70C75BF-C07C-47CD-BC98-DC5F9CA1E633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609600" y="5370198"/>
            <a:ext cx="5496984" cy="967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D7D123A-BFAA-4E7B-B179-5688121C54F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09600" y="4910453"/>
            <a:ext cx="5496984" cy="28786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DF822E2-A016-4350-A90C-517C3974F4D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434667" y="2781994"/>
            <a:ext cx="5162551" cy="28717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344F37C-48C1-4A08-9DB4-76F621838FAD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434667" y="5996518"/>
            <a:ext cx="5162551" cy="34078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136E55-7DE3-D2CF-8B1B-394D8F969FED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B892BF7-9A54-43B8-DFF2-08308233273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rot="5400000">
            <a:off x="2288417" y="-2288412"/>
            <a:ext cx="1519169" cy="6096000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Photo Slide</a:t>
            </a:r>
          </a:p>
        </p:txBody>
      </p:sp>
    </p:spTree>
    <p:extLst>
      <p:ext uri="{BB962C8B-B14F-4D97-AF65-F5344CB8AC3E}">
        <p14:creationId xmlns:p14="http://schemas.microsoft.com/office/powerpoint/2010/main" val="227277577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ization/Peop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A529BD-0885-4573-99C8-4157FC9C40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75688" y="2123756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06213BBD-3855-4B0B-8A84-51E9FC1372D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707627" y="2123755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67D606CB-34C0-401F-875B-BEEEDC0345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9565" y="2123753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61B2D16-15AF-42DD-BA50-78E34CF626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71504" y="2123752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22A3C1B0-1F07-463E-92DE-7FE5C13FEC5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03443" y="2123751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7847C206-E8D5-4795-A08D-E50DEA08FF0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35381" y="2123749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6C1C3C0A-A4E2-4436-8A46-289CEC4F77E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367320" y="2123748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BDF8D528-E9EA-4E35-8491-F6A99789128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499259" y="2123747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21D1C5A0-CC5F-476B-B4BA-09FD03598BB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31197" y="2123745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CA0A3023-3E60-4D2C-A931-CC328FE9FE1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763136" y="2123744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224671-09ED-4FA8-983D-EAD721B0D1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5301" y="3091961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FF7F23A-1789-43BF-B20F-65A7ECB89F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5301" y="350960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9C0580B-145C-42FD-AA24-171E95A5D6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27239" y="3091961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3A792742-716F-429B-A7B2-985D160C97A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27239" y="350960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25B8AE-4C6F-454E-88CF-0FBA4D1E3CE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59178" y="3091961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272C8DB5-CC3D-4211-BD80-67AF8CD8F87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59178" y="350960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192D8796-494D-46E1-BB4E-702BA3AF11B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891117" y="3091961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B459A2-2E74-4103-9617-5F6B5F60CA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91117" y="350960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0FEAE40C-B15B-406F-B301-2122D5E97BB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23055" y="3091961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8734984E-F8D3-4C71-AE4B-7FCB18E02FB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023055" y="350960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679171E4-ECF2-4F6C-AF1D-338215896F8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54994" y="3091961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251809F2-386E-41F8-9724-BC4D70B0152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54994" y="350960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95055070-C0E0-4AED-A9A4-78BE4ECD66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286933" y="3091961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6C5032EB-34C8-4285-BB30-E7E2D0BB721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286933" y="350960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FDC5A0C0-AA66-40BE-B5B4-DBA6456BB25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418871" y="3091961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82125138-D56F-49B0-9B8B-7D74BAD1FCA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418871" y="350960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7AB0C0AB-3AF1-4A3A-B3D2-CF2E51B568C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550810" y="3091961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077718C7-54C4-4992-BA81-1584EEBDF79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50810" y="350960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3D74D20D-C671-4447-B31D-667B7696D6D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2749" y="3091961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2C6140A0-C70B-40E0-B1BB-0E20C267AFF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2749" y="350960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67" name="Picture Placeholder 5">
            <a:extLst>
              <a:ext uri="{FF2B5EF4-FFF2-40B4-BE49-F238E27FC236}">
                <a16:creationId xmlns:a16="http://schemas.microsoft.com/office/drawing/2014/main" id="{AFF61686-D651-41DC-80B3-15BC8C883188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575688" y="4275396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8" name="Picture Placeholder 5">
            <a:extLst>
              <a:ext uri="{FF2B5EF4-FFF2-40B4-BE49-F238E27FC236}">
                <a16:creationId xmlns:a16="http://schemas.microsoft.com/office/drawing/2014/main" id="{45A17B8C-890F-4D15-B663-D63CB5DA7A2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707627" y="4275395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9" name="Picture Placeholder 5">
            <a:extLst>
              <a:ext uri="{FF2B5EF4-FFF2-40B4-BE49-F238E27FC236}">
                <a16:creationId xmlns:a16="http://schemas.microsoft.com/office/drawing/2014/main" id="{B3B0BC5C-C645-4CC6-BDB7-28346D701A5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839565" y="4275393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0" name="Picture Placeholder 5">
            <a:extLst>
              <a:ext uri="{FF2B5EF4-FFF2-40B4-BE49-F238E27FC236}">
                <a16:creationId xmlns:a16="http://schemas.microsoft.com/office/drawing/2014/main" id="{80487772-0E40-4BFF-B691-18C353E4597C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3971504" y="4275392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1" name="Picture Placeholder 5">
            <a:extLst>
              <a:ext uri="{FF2B5EF4-FFF2-40B4-BE49-F238E27FC236}">
                <a16:creationId xmlns:a16="http://schemas.microsoft.com/office/drawing/2014/main" id="{6F16B967-D687-4D64-86A3-7A63BEED5AB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5103443" y="4275391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2" name="Picture Placeholder 5">
            <a:extLst>
              <a:ext uri="{FF2B5EF4-FFF2-40B4-BE49-F238E27FC236}">
                <a16:creationId xmlns:a16="http://schemas.microsoft.com/office/drawing/2014/main" id="{D736DCBA-5A05-47F6-8FE4-54771D84718E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6235381" y="4275389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3" name="Picture Placeholder 5">
            <a:extLst>
              <a:ext uri="{FF2B5EF4-FFF2-40B4-BE49-F238E27FC236}">
                <a16:creationId xmlns:a16="http://schemas.microsoft.com/office/drawing/2014/main" id="{A0150D37-1D94-4043-B18E-9F85DAB90873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367320" y="4275388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4" name="Picture Placeholder 5">
            <a:extLst>
              <a:ext uri="{FF2B5EF4-FFF2-40B4-BE49-F238E27FC236}">
                <a16:creationId xmlns:a16="http://schemas.microsoft.com/office/drawing/2014/main" id="{8BA10313-44BD-4478-B928-0C2D33EF65E6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8499259" y="4275387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5" name="Picture Placeholder 5">
            <a:extLst>
              <a:ext uri="{FF2B5EF4-FFF2-40B4-BE49-F238E27FC236}">
                <a16:creationId xmlns:a16="http://schemas.microsoft.com/office/drawing/2014/main" id="{734ABE7A-035E-4AB1-96EC-5616F3F3A57C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9631197" y="4275385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6" name="Picture Placeholder 5">
            <a:extLst>
              <a:ext uri="{FF2B5EF4-FFF2-40B4-BE49-F238E27FC236}">
                <a16:creationId xmlns:a16="http://schemas.microsoft.com/office/drawing/2014/main" id="{61ECE862-920A-4ED4-A64D-25D8554CFB12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0763136" y="4275384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5AD73573-9F8F-43AE-8A47-27A4EA66244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95301" y="5243601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78" name="Text Placeholder 4">
            <a:extLst>
              <a:ext uri="{FF2B5EF4-FFF2-40B4-BE49-F238E27FC236}">
                <a16:creationId xmlns:a16="http://schemas.microsoft.com/office/drawing/2014/main" id="{FD1D8420-9732-43E4-A647-55365C8BB9D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95301" y="566124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79" name="Text Placeholder 4">
            <a:extLst>
              <a:ext uri="{FF2B5EF4-FFF2-40B4-BE49-F238E27FC236}">
                <a16:creationId xmlns:a16="http://schemas.microsoft.com/office/drawing/2014/main" id="{CDB4A538-90E4-45C0-88A1-BF42454ADA8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627239" y="5243601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0" name="Text Placeholder 4">
            <a:extLst>
              <a:ext uri="{FF2B5EF4-FFF2-40B4-BE49-F238E27FC236}">
                <a16:creationId xmlns:a16="http://schemas.microsoft.com/office/drawing/2014/main" id="{871C4BA4-F38B-4357-B376-0D9AE045C18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627239" y="566124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1" name="Text Placeholder 4">
            <a:extLst>
              <a:ext uri="{FF2B5EF4-FFF2-40B4-BE49-F238E27FC236}">
                <a16:creationId xmlns:a16="http://schemas.microsoft.com/office/drawing/2014/main" id="{1BB91304-BA43-4644-936D-E483439E9056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759178" y="5243601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2" name="Text Placeholder 4">
            <a:extLst>
              <a:ext uri="{FF2B5EF4-FFF2-40B4-BE49-F238E27FC236}">
                <a16:creationId xmlns:a16="http://schemas.microsoft.com/office/drawing/2014/main" id="{4D2B37AE-57BE-4850-A568-3B81DC5AE4D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759178" y="566124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3" name="Text Placeholder 4">
            <a:extLst>
              <a:ext uri="{FF2B5EF4-FFF2-40B4-BE49-F238E27FC236}">
                <a16:creationId xmlns:a16="http://schemas.microsoft.com/office/drawing/2014/main" id="{4C580F9B-9071-44D6-85C2-8FB9C1D1325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891117" y="5243601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672476A3-2700-4105-8E7A-4E5712FD0CD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891117" y="566124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5" name="Text Placeholder 4">
            <a:extLst>
              <a:ext uri="{FF2B5EF4-FFF2-40B4-BE49-F238E27FC236}">
                <a16:creationId xmlns:a16="http://schemas.microsoft.com/office/drawing/2014/main" id="{A4BE42C6-FFC9-4DDE-9412-F66D55630CA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023055" y="5243601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95A868D2-8BE5-483D-997D-3D1448609BCB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023055" y="566124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0F0D0101-1FF2-40B3-B55B-03C7AFE53436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154994" y="5243601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8" name="Text Placeholder 4">
            <a:extLst>
              <a:ext uri="{FF2B5EF4-FFF2-40B4-BE49-F238E27FC236}">
                <a16:creationId xmlns:a16="http://schemas.microsoft.com/office/drawing/2014/main" id="{2838039E-47F9-4CDB-ADD3-D89B88AE26C3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154994" y="566124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9" name="Text Placeholder 4">
            <a:extLst>
              <a:ext uri="{FF2B5EF4-FFF2-40B4-BE49-F238E27FC236}">
                <a16:creationId xmlns:a16="http://schemas.microsoft.com/office/drawing/2014/main" id="{8C6019B0-EF3F-4235-BB75-0321019C997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286933" y="5243601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0" name="Text Placeholder 4">
            <a:extLst>
              <a:ext uri="{FF2B5EF4-FFF2-40B4-BE49-F238E27FC236}">
                <a16:creationId xmlns:a16="http://schemas.microsoft.com/office/drawing/2014/main" id="{8509B39E-02B1-4A98-9349-46576A123CE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286933" y="566124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1" name="Text Placeholder 4">
            <a:extLst>
              <a:ext uri="{FF2B5EF4-FFF2-40B4-BE49-F238E27FC236}">
                <a16:creationId xmlns:a16="http://schemas.microsoft.com/office/drawing/2014/main" id="{70091A78-D184-454C-8DA3-A6DC30A485B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418871" y="5243601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2" name="Text Placeholder 4">
            <a:extLst>
              <a:ext uri="{FF2B5EF4-FFF2-40B4-BE49-F238E27FC236}">
                <a16:creationId xmlns:a16="http://schemas.microsoft.com/office/drawing/2014/main" id="{E5C4BDA3-0DC2-4FF1-8335-37DE8780B63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418871" y="566124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3" name="Text Placeholder 4">
            <a:extLst>
              <a:ext uri="{FF2B5EF4-FFF2-40B4-BE49-F238E27FC236}">
                <a16:creationId xmlns:a16="http://schemas.microsoft.com/office/drawing/2014/main" id="{667C31F9-9400-4AD5-B618-ACEB153E15A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550810" y="5243601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4" name="Text Placeholder 4">
            <a:extLst>
              <a:ext uri="{FF2B5EF4-FFF2-40B4-BE49-F238E27FC236}">
                <a16:creationId xmlns:a16="http://schemas.microsoft.com/office/drawing/2014/main" id="{8F08286F-AD3B-40EB-83EB-4D88A2F77C1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9550810" y="566124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6BD1A057-FD7A-4636-8A1A-BCFBBEF481C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0682749" y="5243601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6" name="Text Placeholder 4">
            <a:extLst>
              <a:ext uri="{FF2B5EF4-FFF2-40B4-BE49-F238E27FC236}">
                <a16:creationId xmlns:a16="http://schemas.microsoft.com/office/drawing/2014/main" id="{DAA59115-8F47-4FDF-9E38-E7F4C0107CE3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0682749" y="566124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12695A-47D5-A736-DD62-607969B0DDB1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D44D3E5D-AAD0-6351-44E7-B40415C862EC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 rot="5400000">
            <a:off x="3836606" y="-3836604"/>
            <a:ext cx="1519172" cy="9192381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algn="ctr"/>
            <a:r>
              <a:rPr lang="en-US" sz="3333" b="0">
                <a:latin typeface="Arial" panose="020B0604020202020204" pitchFamily="34" charset="0"/>
                <a:cs typeface="Arial" panose="020B0604020202020204" pitchFamily="34" charset="0"/>
              </a:rPr>
              <a:t>Organizational / People Slide</a:t>
            </a:r>
          </a:p>
        </p:txBody>
      </p:sp>
    </p:spTree>
    <p:extLst>
      <p:ext uri="{BB962C8B-B14F-4D97-AF65-F5344CB8AC3E}">
        <p14:creationId xmlns:p14="http://schemas.microsoft.com/office/powerpoint/2010/main" val="27123182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ization/Peop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A529BD-0885-4573-99C8-4157FC9C40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75688" y="1670088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06213BBD-3855-4B0B-8A84-51E9FC1372D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707627" y="1670087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67D606CB-34C0-401F-875B-BEEEDC0345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9565" y="1670085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61B2D16-15AF-42DD-BA50-78E34CF626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71504" y="1670084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22A3C1B0-1F07-463E-92DE-7FE5C13FEC5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03443" y="1670083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7847C206-E8D5-4795-A08D-E50DEA08FF0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35381" y="1670081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6C1C3C0A-A4E2-4436-8A46-289CEC4F77E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367320" y="1670080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BDF8D528-E9EA-4E35-8491-F6A99789128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499259" y="1670079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21D1C5A0-CC5F-476B-B4BA-09FD03598BB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31197" y="1670077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CA0A3023-3E60-4D2C-A931-CC328FE9FE1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763136" y="1670076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224671-09ED-4FA8-983D-EAD721B0D1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5301" y="2638293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FF7F23A-1789-43BF-B20F-65A7ECB89F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5301" y="305593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9C0580B-145C-42FD-AA24-171E95A5D6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27239" y="2638293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3A792742-716F-429B-A7B2-985D160C97A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27239" y="305593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25B8AE-4C6F-454E-88CF-0FBA4D1E3CE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59178" y="2638293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272C8DB5-CC3D-4211-BD80-67AF8CD8F87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59178" y="305593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192D8796-494D-46E1-BB4E-702BA3AF11B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891117" y="2638293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B459A2-2E74-4103-9617-5F6B5F60CA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91117" y="305593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0FEAE40C-B15B-406F-B301-2122D5E97BB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23055" y="2638293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8734984E-F8D3-4C71-AE4B-7FCB18E02FB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023055" y="305593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679171E4-ECF2-4F6C-AF1D-338215896F8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54994" y="2638293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251809F2-386E-41F8-9724-BC4D70B0152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54994" y="305593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95055070-C0E0-4AED-A9A4-78BE4ECD66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286933" y="2638293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6C5032EB-34C8-4285-BB30-E7E2D0BB721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286933" y="305593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FDC5A0C0-AA66-40BE-B5B4-DBA6456BB25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418871" y="2638293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82125138-D56F-49B0-9B8B-7D74BAD1FCA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418871" y="305593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7AB0C0AB-3AF1-4A3A-B3D2-CF2E51B568C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550810" y="2638293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077718C7-54C4-4992-BA81-1584EEBDF79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50810" y="305593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3D74D20D-C671-4447-B31D-667B7696D6D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2749" y="2638293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2C6140A0-C70B-40E0-B1BB-0E20C267AFF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2749" y="305593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67" name="Picture Placeholder 5">
            <a:extLst>
              <a:ext uri="{FF2B5EF4-FFF2-40B4-BE49-F238E27FC236}">
                <a16:creationId xmlns:a16="http://schemas.microsoft.com/office/drawing/2014/main" id="{AFF61686-D651-41DC-80B3-15BC8C883188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575688" y="3821728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8" name="Picture Placeholder 5">
            <a:extLst>
              <a:ext uri="{FF2B5EF4-FFF2-40B4-BE49-F238E27FC236}">
                <a16:creationId xmlns:a16="http://schemas.microsoft.com/office/drawing/2014/main" id="{45A17B8C-890F-4D15-B663-D63CB5DA7A2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707627" y="3821727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9" name="Picture Placeholder 5">
            <a:extLst>
              <a:ext uri="{FF2B5EF4-FFF2-40B4-BE49-F238E27FC236}">
                <a16:creationId xmlns:a16="http://schemas.microsoft.com/office/drawing/2014/main" id="{B3B0BC5C-C645-4CC6-BDB7-28346D701A5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839565" y="3821725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0" name="Picture Placeholder 5">
            <a:extLst>
              <a:ext uri="{FF2B5EF4-FFF2-40B4-BE49-F238E27FC236}">
                <a16:creationId xmlns:a16="http://schemas.microsoft.com/office/drawing/2014/main" id="{80487772-0E40-4BFF-B691-18C353E4597C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3971504" y="3821724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1" name="Picture Placeholder 5">
            <a:extLst>
              <a:ext uri="{FF2B5EF4-FFF2-40B4-BE49-F238E27FC236}">
                <a16:creationId xmlns:a16="http://schemas.microsoft.com/office/drawing/2014/main" id="{6F16B967-D687-4D64-86A3-7A63BEED5AB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5103443" y="3821723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2" name="Picture Placeholder 5">
            <a:extLst>
              <a:ext uri="{FF2B5EF4-FFF2-40B4-BE49-F238E27FC236}">
                <a16:creationId xmlns:a16="http://schemas.microsoft.com/office/drawing/2014/main" id="{D736DCBA-5A05-47F6-8FE4-54771D84718E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6235381" y="3821721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3" name="Picture Placeholder 5">
            <a:extLst>
              <a:ext uri="{FF2B5EF4-FFF2-40B4-BE49-F238E27FC236}">
                <a16:creationId xmlns:a16="http://schemas.microsoft.com/office/drawing/2014/main" id="{A0150D37-1D94-4043-B18E-9F85DAB90873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367320" y="3821720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4" name="Picture Placeholder 5">
            <a:extLst>
              <a:ext uri="{FF2B5EF4-FFF2-40B4-BE49-F238E27FC236}">
                <a16:creationId xmlns:a16="http://schemas.microsoft.com/office/drawing/2014/main" id="{8BA10313-44BD-4478-B928-0C2D33EF65E6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8499259" y="3821719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5" name="Picture Placeholder 5">
            <a:extLst>
              <a:ext uri="{FF2B5EF4-FFF2-40B4-BE49-F238E27FC236}">
                <a16:creationId xmlns:a16="http://schemas.microsoft.com/office/drawing/2014/main" id="{734ABE7A-035E-4AB1-96EC-5616F3F3A57C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9631197" y="3821717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6" name="Picture Placeholder 5">
            <a:extLst>
              <a:ext uri="{FF2B5EF4-FFF2-40B4-BE49-F238E27FC236}">
                <a16:creationId xmlns:a16="http://schemas.microsoft.com/office/drawing/2014/main" id="{61ECE862-920A-4ED4-A64D-25D8554CFB12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0763136" y="3821716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5AD73573-9F8F-43AE-8A47-27A4EA66244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95301" y="4789933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78" name="Text Placeholder 4">
            <a:extLst>
              <a:ext uri="{FF2B5EF4-FFF2-40B4-BE49-F238E27FC236}">
                <a16:creationId xmlns:a16="http://schemas.microsoft.com/office/drawing/2014/main" id="{FD1D8420-9732-43E4-A647-55365C8BB9D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95301" y="520757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79" name="Text Placeholder 4">
            <a:extLst>
              <a:ext uri="{FF2B5EF4-FFF2-40B4-BE49-F238E27FC236}">
                <a16:creationId xmlns:a16="http://schemas.microsoft.com/office/drawing/2014/main" id="{CDB4A538-90E4-45C0-88A1-BF42454ADA8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627239" y="4789933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0" name="Text Placeholder 4">
            <a:extLst>
              <a:ext uri="{FF2B5EF4-FFF2-40B4-BE49-F238E27FC236}">
                <a16:creationId xmlns:a16="http://schemas.microsoft.com/office/drawing/2014/main" id="{871C4BA4-F38B-4357-B376-0D9AE045C18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627239" y="520757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1" name="Text Placeholder 4">
            <a:extLst>
              <a:ext uri="{FF2B5EF4-FFF2-40B4-BE49-F238E27FC236}">
                <a16:creationId xmlns:a16="http://schemas.microsoft.com/office/drawing/2014/main" id="{1BB91304-BA43-4644-936D-E483439E9056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759178" y="4789933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2" name="Text Placeholder 4">
            <a:extLst>
              <a:ext uri="{FF2B5EF4-FFF2-40B4-BE49-F238E27FC236}">
                <a16:creationId xmlns:a16="http://schemas.microsoft.com/office/drawing/2014/main" id="{4D2B37AE-57BE-4850-A568-3B81DC5AE4D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759178" y="520757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3" name="Text Placeholder 4">
            <a:extLst>
              <a:ext uri="{FF2B5EF4-FFF2-40B4-BE49-F238E27FC236}">
                <a16:creationId xmlns:a16="http://schemas.microsoft.com/office/drawing/2014/main" id="{4C580F9B-9071-44D6-85C2-8FB9C1D1325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891117" y="4789933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672476A3-2700-4105-8E7A-4E5712FD0CD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891117" y="520757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5" name="Text Placeholder 4">
            <a:extLst>
              <a:ext uri="{FF2B5EF4-FFF2-40B4-BE49-F238E27FC236}">
                <a16:creationId xmlns:a16="http://schemas.microsoft.com/office/drawing/2014/main" id="{A4BE42C6-FFC9-4DDE-9412-F66D55630CA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023055" y="4789933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95A868D2-8BE5-483D-997D-3D1448609BCB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023055" y="520757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0F0D0101-1FF2-40B3-B55B-03C7AFE53436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154994" y="4789933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8" name="Text Placeholder 4">
            <a:extLst>
              <a:ext uri="{FF2B5EF4-FFF2-40B4-BE49-F238E27FC236}">
                <a16:creationId xmlns:a16="http://schemas.microsoft.com/office/drawing/2014/main" id="{2838039E-47F9-4CDB-ADD3-D89B88AE26C3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154994" y="520757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9" name="Text Placeholder 4">
            <a:extLst>
              <a:ext uri="{FF2B5EF4-FFF2-40B4-BE49-F238E27FC236}">
                <a16:creationId xmlns:a16="http://schemas.microsoft.com/office/drawing/2014/main" id="{8C6019B0-EF3F-4235-BB75-0321019C997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286933" y="4789933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0" name="Text Placeholder 4">
            <a:extLst>
              <a:ext uri="{FF2B5EF4-FFF2-40B4-BE49-F238E27FC236}">
                <a16:creationId xmlns:a16="http://schemas.microsoft.com/office/drawing/2014/main" id="{8509B39E-02B1-4A98-9349-46576A123CE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286933" y="520757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1" name="Text Placeholder 4">
            <a:extLst>
              <a:ext uri="{FF2B5EF4-FFF2-40B4-BE49-F238E27FC236}">
                <a16:creationId xmlns:a16="http://schemas.microsoft.com/office/drawing/2014/main" id="{70091A78-D184-454C-8DA3-A6DC30A485B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418871" y="4789933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2" name="Text Placeholder 4">
            <a:extLst>
              <a:ext uri="{FF2B5EF4-FFF2-40B4-BE49-F238E27FC236}">
                <a16:creationId xmlns:a16="http://schemas.microsoft.com/office/drawing/2014/main" id="{E5C4BDA3-0DC2-4FF1-8335-37DE8780B63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418871" y="520757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3" name="Text Placeholder 4">
            <a:extLst>
              <a:ext uri="{FF2B5EF4-FFF2-40B4-BE49-F238E27FC236}">
                <a16:creationId xmlns:a16="http://schemas.microsoft.com/office/drawing/2014/main" id="{667C31F9-9400-4AD5-B618-ACEB153E15A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550810" y="4789933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4" name="Text Placeholder 4">
            <a:extLst>
              <a:ext uri="{FF2B5EF4-FFF2-40B4-BE49-F238E27FC236}">
                <a16:creationId xmlns:a16="http://schemas.microsoft.com/office/drawing/2014/main" id="{8F08286F-AD3B-40EB-83EB-4D88A2F77C1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9550810" y="520757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6BD1A057-FD7A-4636-8A1A-BCFBBEF481C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0682749" y="4789933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6" name="Text Placeholder 4">
            <a:extLst>
              <a:ext uri="{FF2B5EF4-FFF2-40B4-BE49-F238E27FC236}">
                <a16:creationId xmlns:a16="http://schemas.microsoft.com/office/drawing/2014/main" id="{DAA59115-8F47-4FDF-9E38-E7F4C0107CE3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0682749" y="520757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30EABE-4B1E-F662-25A4-93A7AF42E8EC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57DCC02C-91DE-C533-65F5-0C9431D97220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 rot="5400000">
            <a:off x="5179753" y="-5179749"/>
            <a:ext cx="1209529" cy="11569033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algn="ctr"/>
            <a:r>
              <a:rPr lang="en-US" sz="3333" b="0">
                <a:latin typeface="Arial" panose="020B0604020202020204" pitchFamily="34" charset="0"/>
                <a:cs typeface="Arial" panose="020B0604020202020204" pitchFamily="34" charset="0"/>
              </a:rPr>
              <a:t>Organizational / People Slide</a:t>
            </a:r>
          </a:p>
        </p:txBody>
      </p:sp>
    </p:spTree>
    <p:extLst>
      <p:ext uri="{BB962C8B-B14F-4D97-AF65-F5344CB8AC3E}">
        <p14:creationId xmlns:p14="http://schemas.microsoft.com/office/powerpoint/2010/main" val="29997463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311549" y="1849598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1311549" y="2369027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1311549" y="24887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1311549" y="3008139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1311549" y="3134786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1311549" y="3654215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311549" y="3782197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1311549" y="4301627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1311549" y="44379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1311549" y="4957339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1311549" y="508532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1311549" y="5604751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1311549" y="573273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1311549" y="6252161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B09A0BB-5010-CC3A-A2F6-6C98DB096358}"/>
              </a:ext>
            </a:extLst>
          </p:cNvPr>
          <p:cNvSpPr/>
          <p:nvPr userDrawn="1"/>
        </p:nvSpPr>
        <p:spPr>
          <a:xfrm>
            <a:off x="609601" y="1849597"/>
            <a:ext cx="575432" cy="52411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659588A-DE2B-3E53-9C72-A550639B7135}"/>
              </a:ext>
            </a:extLst>
          </p:cNvPr>
          <p:cNvSpPr/>
          <p:nvPr userDrawn="1"/>
        </p:nvSpPr>
        <p:spPr>
          <a:xfrm>
            <a:off x="609601" y="2481774"/>
            <a:ext cx="575432" cy="52411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E78E70A-877A-E9FE-6156-2C023D4A7F35}"/>
              </a:ext>
            </a:extLst>
          </p:cNvPr>
          <p:cNvSpPr/>
          <p:nvPr userDrawn="1"/>
        </p:nvSpPr>
        <p:spPr>
          <a:xfrm>
            <a:off x="609601" y="3129004"/>
            <a:ext cx="575432" cy="52411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26949D5-F5D2-858E-1D64-781CE3AB9942}"/>
              </a:ext>
            </a:extLst>
          </p:cNvPr>
          <p:cNvSpPr/>
          <p:nvPr userDrawn="1"/>
        </p:nvSpPr>
        <p:spPr>
          <a:xfrm>
            <a:off x="609601" y="3776233"/>
            <a:ext cx="575432" cy="52411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463ABBE-7CD4-340F-088E-04A3FD53CFC4}"/>
              </a:ext>
            </a:extLst>
          </p:cNvPr>
          <p:cNvSpPr/>
          <p:nvPr userDrawn="1"/>
        </p:nvSpPr>
        <p:spPr>
          <a:xfrm>
            <a:off x="609601" y="4430988"/>
            <a:ext cx="575432" cy="52411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1C48CC5-C569-7F6F-6D19-33DA6D61A0D1}"/>
              </a:ext>
            </a:extLst>
          </p:cNvPr>
          <p:cNvSpPr/>
          <p:nvPr userDrawn="1"/>
        </p:nvSpPr>
        <p:spPr>
          <a:xfrm>
            <a:off x="609601" y="5078217"/>
            <a:ext cx="575432" cy="52411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35B85FC-6AB5-9B59-C2E9-03D042EC1DFD}"/>
              </a:ext>
            </a:extLst>
          </p:cNvPr>
          <p:cNvSpPr/>
          <p:nvPr userDrawn="1"/>
        </p:nvSpPr>
        <p:spPr>
          <a:xfrm>
            <a:off x="609601" y="5725446"/>
            <a:ext cx="575432" cy="52411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E34E5F-25EA-5156-F1B9-74A219E57152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C38F0FBC-70AE-79BE-7E4F-0121AEFC008C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 rot="5400000">
            <a:off x="1538510" y="-1529140"/>
            <a:ext cx="1519172" cy="4596191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algn="ctr"/>
            <a:r>
              <a:rPr lang="en-US" sz="3333" b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63587093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311549" y="1849598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1311549" y="2369027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1311549" y="24887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1311549" y="3008139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1311549" y="3134786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1311549" y="3654215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311549" y="3782197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1311549" y="4301627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1311549" y="44379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1311549" y="4957339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1311549" y="508532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1311549" y="5604751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1311549" y="573273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1311549" y="6252161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110C422-9C35-54AC-12CF-1DA3445659A2}"/>
              </a:ext>
            </a:extLst>
          </p:cNvPr>
          <p:cNvSpPr/>
          <p:nvPr userDrawn="1"/>
        </p:nvSpPr>
        <p:spPr>
          <a:xfrm>
            <a:off x="609601" y="1849597"/>
            <a:ext cx="575432" cy="52411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619C5A3-3423-017A-0EDC-C10CB0EC1FE3}"/>
              </a:ext>
            </a:extLst>
          </p:cNvPr>
          <p:cNvSpPr/>
          <p:nvPr userDrawn="1"/>
        </p:nvSpPr>
        <p:spPr>
          <a:xfrm>
            <a:off x="609601" y="2481774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02E0A6E-3314-47CC-03CD-71D5BCCA0340}"/>
              </a:ext>
            </a:extLst>
          </p:cNvPr>
          <p:cNvSpPr/>
          <p:nvPr userDrawn="1"/>
        </p:nvSpPr>
        <p:spPr>
          <a:xfrm>
            <a:off x="609601" y="3129004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0F9D20E-F8BC-1B72-E65F-C42D2AD05DBE}"/>
              </a:ext>
            </a:extLst>
          </p:cNvPr>
          <p:cNvSpPr/>
          <p:nvPr userDrawn="1"/>
        </p:nvSpPr>
        <p:spPr>
          <a:xfrm>
            <a:off x="609601" y="3776233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D90CD1-86DE-CC65-0276-BE3085358EB6}"/>
              </a:ext>
            </a:extLst>
          </p:cNvPr>
          <p:cNvSpPr/>
          <p:nvPr userDrawn="1"/>
        </p:nvSpPr>
        <p:spPr>
          <a:xfrm>
            <a:off x="609601" y="4430988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07E6927-1F72-2CEE-7D40-621955D6BD60}"/>
              </a:ext>
            </a:extLst>
          </p:cNvPr>
          <p:cNvSpPr/>
          <p:nvPr userDrawn="1"/>
        </p:nvSpPr>
        <p:spPr>
          <a:xfrm>
            <a:off x="609601" y="5078217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2F63B35-C8B1-1CC3-6FC1-DB398FC5EC96}"/>
              </a:ext>
            </a:extLst>
          </p:cNvPr>
          <p:cNvSpPr/>
          <p:nvPr userDrawn="1"/>
        </p:nvSpPr>
        <p:spPr>
          <a:xfrm>
            <a:off x="609601" y="5725446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A1D4BA-0286-6FAF-E650-59ADF3A4314A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22E1BCC8-0944-4D66-33B5-A830214F367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 rot="5400000">
            <a:off x="1538510" y="-1529140"/>
            <a:ext cx="1519172" cy="4596191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algn="ctr"/>
            <a:r>
              <a:rPr lang="en-US" sz="3333" b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231692910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311549" y="1849598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1311549" y="2369027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1311549" y="24887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1311549" y="3008139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1311549" y="3134786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1311549" y="3654215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311549" y="3782197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1311549" y="4301627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1311549" y="44379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1311549" y="4957339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1311549" y="508532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1311549" y="5604751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1311549" y="573273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1311549" y="6252161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C48DE2-15D7-4EB5-9DDC-79E9C1C8621E}"/>
              </a:ext>
            </a:extLst>
          </p:cNvPr>
          <p:cNvSpPr/>
          <p:nvPr userDrawn="1"/>
        </p:nvSpPr>
        <p:spPr>
          <a:xfrm>
            <a:off x="609601" y="1849597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6426863-C2D8-B163-B513-836F0A8D07C2}"/>
              </a:ext>
            </a:extLst>
          </p:cNvPr>
          <p:cNvSpPr/>
          <p:nvPr userDrawn="1"/>
        </p:nvSpPr>
        <p:spPr>
          <a:xfrm>
            <a:off x="609601" y="2481774"/>
            <a:ext cx="575432" cy="52411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AC07864-52A8-BF97-875D-253BFBC15068}"/>
              </a:ext>
            </a:extLst>
          </p:cNvPr>
          <p:cNvSpPr/>
          <p:nvPr userDrawn="1"/>
        </p:nvSpPr>
        <p:spPr>
          <a:xfrm>
            <a:off x="609601" y="3129004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1B9F020-5CD4-DCB8-EAD4-670C7A5D2111}"/>
              </a:ext>
            </a:extLst>
          </p:cNvPr>
          <p:cNvSpPr/>
          <p:nvPr userDrawn="1"/>
        </p:nvSpPr>
        <p:spPr>
          <a:xfrm>
            <a:off x="609601" y="3776233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3E5A6DC-6D0B-8012-5AD3-4F91BFD26B2A}"/>
              </a:ext>
            </a:extLst>
          </p:cNvPr>
          <p:cNvSpPr/>
          <p:nvPr userDrawn="1"/>
        </p:nvSpPr>
        <p:spPr>
          <a:xfrm>
            <a:off x="609601" y="4430988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BB30644-D506-2E53-B8D9-3EDE4A2184C4}"/>
              </a:ext>
            </a:extLst>
          </p:cNvPr>
          <p:cNvSpPr/>
          <p:nvPr userDrawn="1"/>
        </p:nvSpPr>
        <p:spPr>
          <a:xfrm>
            <a:off x="609601" y="5078217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971F6D6-A269-A4F6-5DF7-E403AF088741}"/>
              </a:ext>
            </a:extLst>
          </p:cNvPr>
          <p:cNvSpPr/>
          <p:nvPr userDrawn="1"/>
        </p:nvSpPr>
        <p:spPr>
          <a:xfrm>
            <a:off x="609601" y="5725446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89E0D2-A507-0635-F66D-42C430324CF2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934616D-A97D-9E7E-41B3-DFD10C8AB45D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 rot="5400000">
            <a:off x="1538510" y="-1529140"/>
            <a:ext cx="1519172" cy="4596191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algn="ctr"/>
            <a:r>
              <a:rPr lang="en-US" sz="3333" b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60589946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311549" y="1849598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1311549" y="2369027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1311549" y="24887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1311549" y="3008139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1311549" y="3134786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1311549" y="3654215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311549" y="3782197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1311549" y="4301627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1311549" y="44379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1311549" y="4957339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1311549" y="508532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1311549" y="5604751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1311549" y="573273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1311549" y="6252161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E7AA6AC-A171-0A6D-DA6E-5E928A49DB6B}"/>
              </a:ext>
            </a:extLst>
          </p:cNvPr>
          <p:cNvSpPr/>
          <p:nvPr userDrawn="1"/>
        </p:nvSpPr>
        <p:spPr>
          <a:xfrm>
            <a:off x="609601" y="1849597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EFCE960-A531-6ABD-8471-5FA8A51973E0}"/>
              </a:ext>
            </a:extLst>
          </p:cNvPr>
          <p:cNvSpPr/>
          <p:nvPr userDrawn="1"/>
        </p:nvSpPr>
        <p:spPr>
          <a:xfrm>
            <a:off x="609601" y="2481774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6B65AD5-5805-6332-F1B1-EFBAB598DFA4}"/>
              </a:ext>
            </a:extLst>
          </p:cNvPr>
          <p:cNvSpPr/>
          <p:nvPr userDrawn="1"/>
        </p:nvSpPr>
        <p:spPr>
          <a:xfrm>
            <a:off x="609601" y="3129004"/>
            <a:ext cx="575432" cy="52411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570C4B3-64C5-4C80-FC3E-CA07C14F0DDA}"/>
              </a:ext>
            </a:extLst>
          </p:cNvPr>
          <p:cNvSpPr/>
          <p:nvPr userDrawn="1"/>
        </p:nvSpPr>
        <p:spPr>
          <a:xfrm>
            <a:off x="609601" y="3776233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2D929D3-D929-EBC8-5BD5-3EF200BC9EEC}"/>
              </a:ext>
            </a:extLst>
          </p:cNvPr>
          <p:cNvSpPr/>
          <p:nvPr userDrawn="1"/>
        </p:nvSpPr>
        <p:spPr>
          <a:xfrm>
            <a:off x="609601" y="4430988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803E6B1-51E6-AD06-CBBA-4D7A181776A6}"/>
              </a:ext>
            </a:extLst>
          </p:cNvPr>
          <p:cNvSpPr/>
          <p:nvPr userDrawn="1"/>
        </p:nvSpPr>
        <p:spPr>
          <a:xfrm>
            <a:off x="609601" y="5078217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5F454D7-4860-0C1C-461D-E24F83DC5463}"/>
              </a:ext>
            </a:extLst>
          </p:cNvPr>
          <p:cNvSpPr/>
          <p:nvPr userDrawn="1"/>
        </p:nvSpPr>
        <p:spPr>
          <a:xfrm>
            <a:off x="609601" y="5725446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904F32-8AC9-0AF6-715F-D858E7B2CCDE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312BFB3C-801B-39AA-5ACA-960B685DE84A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 rot="5400000">
            <a:off x="1538510" y="-1529140"/>
            <a:ext cx="1519172" cy="4596191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algn="ctr"/>
            <a:r>
              <a:rPr lang="en-US" sz="3333" b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161129063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311549" y="1849598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1311549" y="2369027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1311549" y="24887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1311549" y="3008139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1311549" y="3134786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1311549" y="3654215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311549" y="3782197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1311549" y="4301627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1311549" y="44379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1311549" y="4957339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1311549" y="508532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1311549" y="5604751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1311549" y="573273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1311549" y="6252161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B5EF62C-14DC-8569-F857-F9005E8A926A}"/>
              </a:ext>
            </a:extLst>
          </p:cNvPr>
          <p:cNvSpPr/>
          <p:nvPr userDrawn="1"/>
        </p:nvSpPr>
        <p:spPr>
          <a:xfrm>
            <a:off x="609601" y="1849597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F2DD467-3FF1-2050-0E47-CAD6E3BAD104}"/>
              </a:ext>
            </a:extLst>
          </p:cNvPr>
          <p:cNvSpPr/>
          <p:nvPr userDrawn="1"/>
        </p:nvSpPr>
        <p:spPr>
          <a:xfrm>
            <a:off x="609601" y="2481774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E9988F8-3436-11D7-3743-92076BD57876}"/>
              </a:ext>
            </a:extLst>
          </p:cNvPr>
          <p:cNvSpPr/>
          <p:nvPr userDrawn="1"/>
        </p:nvSpPr>
        <p:spPr>
          <a:xfrm>
            <a:off x="609601" y="3129004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6F72BDF-7CB9-9313-7B75-68EBEAD3F60C}"/>
              </a:ext>
            </a:extLst>
          </p:cNvPr>
          <p:cNvSpPr/>
          <p:nvPr userDrawn="1"/>
        </p:nvSpPr>
        <p:spPr>
          <a:xfrm>
            <a:off x="609601" y="3776233"/>
            <a:ext cx="575432" cy="52411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6A36163-D2BB-4BA8-691E-9BDA1E5E5B67}"/>
              </a:ext>
            </a:extLst>
          </p:cNvPr>
          <p:cNvSpPr/>
          <p:nvPr userDrawn="1"/>
        </p:nvSpPr>
        <p:spPr>
          <a:xfrm>
            <a:off x="609601" y="4430988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70FD610-4974-4ECD-592A-6F48E8EB6F4F}"/>
              </a:ext>
            </a:extLst>
          </p:cNvPr>
          <p:cNvSpPr/>
          <p:nvPr userDrawn="1"/>
        </p:nvSpPr>
        <p:spPr>
          <a:xfrm>
            <a:off x="609601" y="5078217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B7010F4-ECAE-1CC0-5BC2-34573DAED6BC}"/>
              </a:ext>
            </a:extLst>
          </p:cNvPr>
          <p:cNvSpPr/>
          <p:nvPr userDrawn="1"/>
        </p:nvSpPr>
        <p:spPr>
          <a:xfrm>
            <a:off x="609601" y="5725446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495AAF-7C37-6119-090F-F4B0F06AD756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451CA4DB-A44F-E825-BE19-82BD2DF2ACBD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 rot="5400000">
            <a:off x="1538510" y="-1529140"/>
            <a:ext cx="1519172" cy="4596191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algn="ctr"/>
            <a:r>
              <a:rPr lang="en-US" sz="3333" b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54462369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311549" y="1849598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1311549" y="2369027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1311549" y="24887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1311549" y="3008139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1311549" y="3134786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1311549" y="3654215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311549" y="3782197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1311549" y="4301627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1311549" y="44379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1311549" y="4957339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1311549" y="508532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1311549" y="5604751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1311549" y="573273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1311549" y="6252161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60C85DB-94A4-A073-1A5A-F3309F5CCCCA}"/>
              </a:ext>
            </a:extLst>
          </p:cNvPr>
          <p:cNvSpPr/>
          <p:nvPr userDrawn="1"/>
        </p:nvSpPr>
        <p:spPr>
          <a:xfrm>
            <a:off x="609601" y="1849597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825383C-A1CE-009D-28E1-33634664988A}"/>
              </a:ext>
            </a:extLst>
          </p:cNvPr>
          <p:cNvSpPr/>
          <p:nvPr userDrawn="1"/>
        </p:nvSpPr>
        <p:spPr>
          <a:xfrm>
            <a:off x="609601" y="2481774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7371A96-100F-BA13-7CED-7A6175562913}"/>
              </a:ext>
            </a:extLst>
          </p:cNvPr>
          <p:cNvSpPr/>
          <p:nvPr userDrawn="1"/>
        </p:nvSpPr>
        <p:spPr>
          <a:xfrm>
            <a:off x="609601" y="3129004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FEFC827-714A-5077-2AF7-0D466F6625C7}"/>
              </a:ext>
            </a:extLst>
          </p:cNvPr>
          <p:cNvSpPr/>
          <p:nvPr userDrawn="1"/>
        </p:nvSpPr>
        <p:spPr>
          <a:xfrm>
            <a:off x="609601" y="3776233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52D6A54-EE78-AB45-0F22-41C054BF9753}"/>
              </a:ext>
            </a:extLst>
          </p:cNvPr>
          <p:cNvSpPr/>
          <p:nvPr userDrawn="1"/>
        </p:nvSpPr>
        <p:spPr>
          <a:xfrm>
            <a:off x="609601" y="4430988"/>
            <a:ext cx="575432" cy="52411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117F822-2BDA-965F-B05D-932E3A4DA84B}"/>
              </a:ext>
            </a:extLst>
          </p:cNvPr>
          <p:cNvSpPr/>
          <p:nvPr userDrawn="1"/>
        </p:nvSpPr>
        <p:spPr>
          <a:xfrm>
            <a:off x="609601" y="5078217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19F6BDA-47D4-F260-8B1E-9E219C2739DF}"/>
              </a:ext>
            </a:extLst>
          </p:cNvPr>
          <p:cNvSpPr/>
          <p:nvPr userDrawn="1"/>
        </p:nvSpPr>
        <p:spPr>
          <a:xfrm>
            <a:off x="609601" y="5725446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56E1DA-1ADD-6D5F-EF91-EAECACBF89CD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6D9FC1C8-75A7-A4B6-D4DF-50F0B8A1F9C2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 rot="5400000">
            <a:off x="1538510" y="-1529140"/>
            <a:ext cx="1519172" cy="4596191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algn="ctr"/>
            <a:r>
              <a:rPr lang="en-US" sz="3333" b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70202495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311549" y="1849598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1311549" y="2369027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1311549" y="24887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1311549" y="3008139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1311549" y="3134786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1311549" y="3654215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311549" y="3782197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1311549" y="4301627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1311549" y="44379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1311549" y="4957339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1311549" y="508532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1311549" y="5604751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1311549" y="573273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1311549" y="6252161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F921AB4-F0E3-41B5-6F31-D54FC8D7B080}"/>
              </a:ext>
            </a:extLst>
          </p:cNvPr>
          <p:cNvSpPr/>
          <p:nvPr userDrawn="1"/>
        </p:nvSpPr>
        <p:spPr>
          <a:xfrm>
            <a:off x="609601" y="1849597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66ECD41-D979-A6E2-73B2-12BE2C54F7B7}"/>
              </a:ext>
            </a:extLst>
          </p:cNvPr>
          <p:cNvSpPr/>
          <p:nvPr userDrawn="1"/>
        </p:nvSpPr>
        <p:spPr>
          <a:xfrm>
            <a:off x="609601" y="2481774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0D6AAB6-BC07-5F46-A4F6-0EFF50D143B0}"/>
              </a:ext>
            </a:extLst>
          </p:cNvPr>
          <p:cNvSpPr/>
          <p:nvPr userDrawn="1"/>
        </p:nvSpPr>
        <p:spPr>
          <a:xfrm>
            <a:off x="609601" y="3129004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9054AA5-BB34-AD00-86F2-2AE9ABF1BE18}"/>
              </a:ext>
            </a:extLst>
          </p:cNvPr>
          <p:cNvSpPr/>
          <p:nvPr userDrawn="1"/>
        </p:nvSpPr>
        <p:spPr>
          <a:xfrm>
            <a:off x="609601" y="3776233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41DD908-3164-599B-D370-8C2D7BFAE1C8}"/>
              </a:ext>
            </a:extLst>
          </p:cNvPr>
          <p:cNvSpPr/>
          <p:nvPr userDrawn="1"/>
        </p:nvSpPr>
        <p:spPr>
          <a:xfrm>
            <a:off x="609601" y="4430988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D007F02-8405-9BA5-60ED-2765FEAF4796}"/>
              </a:ext>
            </a:extLst>
          </p:cNvPr>
          <p:cNvSpPr/>
          <p:nvPr userDrawn="1"/>
        </p:nvSpPr>
        <p:spPr>
          <a:xfrm>
            <a:off x="609601" y="5078217"/>
            <a:ext cx="575432" cy="52411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20AA075-0D3C-FCC0-AC84-EE19DFFE3A7E}"/>
              </a:ext>
            </a:extLst>
          </p:cNvPr>
          <p:cNvSpPr/>
          <p:nvPr userDrawn="1"/>
        </p:nvSpPr>
        <p:spPr>
          <a:xfrm>
            <a:off x="609601" y="5725446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D27493-D469-0A4A-C4BB-3AEA60759DBE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E0F0C39-C3EA-5407-7B77-E6562F4C1E01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 rot="5400000">
            <a:off x="1538510" y="-1529140"/>
            <a:ext cx="1519172" cy="4596191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algn="ctr"/>
            <a:r>
              <a:rPr lang="en-US" sz="3333" b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31812960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311549" y="1849598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1311549" y="2369027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1311549" y="24887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1311549" y="3008139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1311549" y="3134786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1311549" y="3654215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311549" y="3782197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1311549" y="4301627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1311549" y="44379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1311549" y="4957339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1311549" y="508532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1311549" y="5604751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1311549" y="573273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1311549" y="6252161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72A499A-B4C7-3457-2E48-5211DE4B1CDB}"/>
              </a:ext>
            </a:extLst>
          </p:cNvPr>
          <p:cNvSpPr/>
          <p:nvPr userDrawn="1"/>
        </p:nvSpPr>
        <p:spPr>
          <a:xfrm>
            <a:off x="609601" y="1849597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E517360-C038-9603-B0A8-471A390AF1CD}"/>
              </a:ext>
            </a:extLst>
          </p:cNvPr>
          <p:cNvSpPr/>
          <p:nvPr userDrawn="1"/>
        </p:nvSpPr>
        <p:spPr>
          <a:xfrm>
            <a:off x="609601" y="2481774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74FB253-2840-4E46-205B-8A177D4DA0C0}"/>
              </a:ext>
            </a:extLst>
          </p:cNvPr>
          <p:cNvSpPr/>
          <p:nvPr userDrawn="1"/>
        </p:nvSpPr>
        <p:spPr>
          <a:xfrm>
            <a:off x="609601" y="3129004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538A649-14DE-D169-8665-82B386E7B637}"/>
              </a:ext>
            </a:extLst>
          </p:cNvPr>
          <p:cNvSpPr/>
          <p:nvPr userDrawn="1"/>
        </p:nvSpPr>
        <p:spPr>
          <a:xfrm>
            <a:off x="609601" y="3776233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3D5FC04-DE87-E00E-C8CF-B24AB5F07302}"/>
              </a:ext>
            </a:extLst>
          </p:cNvPr>
          <p:cNvSpPr/>
          <p:nvPr userDrawn="1"/>
        </p:nvSpPr>
        <p:spPr>
          <a:xfrm>
            <a:off x="609601" y="4430988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294A651-51DD-4D7C-9993-65F5A9278864}"/>
              </a:ext>
            </a:extLst>
          </p:cNvPr>
          <p:cNvSpPr/>
          <p:nvPr userDrawn="1"/>
        </p:nvSpPr>
        <p:spPr>
          <a:xfrm>
            <a:off x="609601" y="5078217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D9BE7FE-124A-9B7A-D511-3C82AD80942F}"/>
              </a:ext>
            </a:extLst>
          </p:cNvPr>
          <p:cNvSpPr/>
          <p:nvPr userDrawn="1"/>
        </p:nvSpPr>
        <p:spPr>
          <a:xfrm>
            <a:off x="609601" y="5725446"/>
            <a:ext cx="575432" cy="52411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B64683-6370-7CF7-374E-64AF47E59A74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2C42C516-D4B8-EE80-7803-D2E83AA9EB5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 rot="5400000">
            <a:off x="1538510" y="-1529140"/>
            <a:ext cx="1519172" cy="4596191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algn="ctr"/>
            <a:r>
              <a:rPr lang="en-US" sz="3333" b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283786784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Sim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4A4911-4C23-B519-53D2-40F4FD69C5F7}"/>
              </a:ext>
            </a:extLst>
          </p:cNvPr>
          <p:cNvCxnSpPr/>
          <p:nvPr userDrawn="1"/>
        </p:nvCxnSpPr>
        <p:spPr>
          <a:xfrm>
            <a:off x="4988864" y="2585416"/>
            <a:ext cx="6607545" cy="0"/>
          </a:xfrm>
          <a:prstGeom prst="line">
            <a:avLst/>
          </a:prstGeom>
          <a:ln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0497201F-2325-50C4-3A4D-2A3C2E245D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04394" y="3430009"/>
            <a:ext cx="6142709" cy="280289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533"/>
              </a:spcBef>
              <a:buNone/>
              <a:defRPr sz="1333" baseline="0"/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Publication Number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42FE13-7614-F461-FEC5-BC5364F16E62}"/>
              </a:ext>
            </a:extLst>
          </p:cNvPr>
          <p:cNvSpPr txBox="1"/>
          <p:nvPr userDrawn="1"/>
        </p:nvSpPr>
        <p:spPr>
          <a:xfrm>
            <a:off x="4849110" y="2789657"/>
            <a:ext cx="2822223" cy="44001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spcBef>
                <a:spcPts val="1600"/>
              </a:spcBef>
              <a:spcAft>
                <a:spcPts val="800"/>
              </a:spcAft>
            </a:pPr>
            <a:r>
              <a:rPr lang="en-US" sz="2400" b="1" dirty="0">
                <a:solidFill>
                  <a:srgbClr val="333333"/>
                </a:solidFill>
              </a:rPr>
              <a:t>  </a:t>
            </a:r>
            <a:r>
              <a:rPr lang="en-US" sz="2400" b="1" dirty="0" err="1">
                <a:solidFill>
                  <a:srgbClr val="333333"/>
                </a:solidFill>
              </a:rPr>
              <a:t>www.nlr.gov</a:t>
            </a:r>
            <a:endParaRPr lang="en-US" sz="2400" b="1" dirty="0">
              <a:solidFill>
                <a:srgbClr val="333333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9E7E7FB3-9C50-1309-6275-7CB77558EE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4075" y="589415"/>
            <a:ext cx="6142581" cy="1747620"/>
          </a:xfrm>
          <a:prstGeom prst="rect">
            <a:avLst/>
          </a:prstGeom>
          <a:noFill/>
        </p:spPr>
        <p:txBody>
          <a:bodyPr lIns="0" tIns="0" rIns="0" bIns="0" anchor="b" anchorCtr="0">
            <a:normAutofit/>
          </a:bodyPr>
          <a:lstStyle>
            <a:lvl1pPr algn="l">
              <a:defRPr sz="4667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Q&amp;A or Thank You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D0F568-9645-9157-18B1-84EDAD5A5F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00682" y="5532379"/>
            <a:ext cx="3863605" cy="66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266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352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33061E-7711-4552-AAA9-0C165E333D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468" y="0"/>
            <a:ext cx="12187065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3BE0CFF-97E6-4CAB-9B8B-8E18EC82F557}"/>
              </a:ext>
            </a:extLst>
          </p:cNvPr>
          <p:cNvSpPr txBox="1"/>
          <p:nvPr userDrawn="1"/>
        </p:nvSpPr>
        <p:spPr>
          <a:xfrm>
            <a:off x="623273" y="6441283"/>
            <a:ext cx="2791327" cy="2667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i="1">
                <a:solidFill>
                  <a:schemeClr val="bg1">
                    <a:lumMod val="50000"/>
                  </a:schemeClr>
                </a:solidFill>
              </a:rPr>
              <a:t>Photo from Getty Images 181828180</a:t>
            </a:r>
          </a:p>
        </p:txBody>
      </p:sp>
      <p:sp>
        <p:nvSpPr>
          <p:cNvPr id="6" name="Round Single Corner Rectangle 5">
            <a:extLst>
              <a:ext uri="{FF2B5EF4-FFF2-40B4-BE49-F238E27FC236}">
                <a16:creationId xmlns:a16="http://schemas.microsoft.com/office/drawing/2014/main" id="{223C131E-FFC9-8DEE-6F27-4EC7AF908DA0}"/>
              </a:ext>
            </a:extLst>
          </p:cNvPr>
          <p:cNvSpPr/>
          <p:nvPr userDrawn="1"/>
        </p:nvSpPr>
        <p:spPr>
          <a:xfrm flipH="1">
            <a:off x="5502445" y="1724317"/>
            <a:ext cx="6689556" cy="4088148"/>
          </a:xfrm>
          <a:prstGeom prst="round1Rect">
            <a:avLst/>
          </a:prstGeom>
          <a:solidFill>
            <a:schemeClr val="accent1">
              <a:alpha val="8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4000">
              <a:solidFill>
                <a:schemeClr val="tx1"/>
              </a:solidFill>
            </a:endParaRP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CF52A3BF-F794-7340-9C04-F11D68FCB6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67636" y="3231126"/>
            <a:ext cx="5995913" cy="1072525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1867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err="1"/>
              <a:t>www.nlr.gov</a:t>
            </a:r>
            <a:endParaRPr lang="en-US"/>
          </a:p>
          <a:p>
            <a:pPr lvl="0"/>
            <a:r>
              <a:rPr lang="en-US"/>
              <a:t>Publication Number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ABE153A6-06F8-56B1-51E9-FF18B86A7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7636" y="1975176"/>
            <a:ext cx="5995913" cy="1226921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3733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Q&amp;A or Thank You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9DFF9FF-53E1-D25C-5627-9792F8CCFD87}"/>
              </a:ext>
            </a:extLst>
          </p:cNvPr>
          <p:cNvCxnSpPr>
            <a:cxnSpLocks/>
          </p:cNvCxnSpPr>
          <p:nvPr userDrawn="1"/>
        </p:nvCxnSpPr>
        <p:spPr>
          <a:xfrm>
            <a:off x="5767636" y="4479749"/>
            <a:ext cx="5995913" cy="0"/>
          </a:xfrm>
          <a:prstGeom prst="line">
            <a:avLst/>
          </a:prstGeom>
          <a:ln w="12700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F63A909-1731-94D6-E787-139FBA2EC8E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90954" y="4859563"/>
            <a:ext cx="3157732" cy="54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731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4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97913"/>
            <a:ext cx="10972800" cy="43524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2556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</p:sldLayoutIdLst>
  <p:hf hdr="0" dt="0"/>
  <p:txStyles>
    <p:titleStyle>
      <a:lvl1pPr marL="0" algn="l" defTabSz="609585" rtl="0" eaLnBrk="1" latinLnBrk="0" hangingPunct="1">
        <a:lnSpc>
          <a:spcPct val="85000"/>
        </a:lnSpc>
        <a:spcBef>
          <a:spcPts val="0"/>
        </a:spcBef>
        <a:buNone/>
        <a:defRPr sz="3733" kern="1200" spc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92601" indent="-292601" algn="l" defTabSz="609585" rtl="0" eaLnBrk="1" latinLnBrk="0" hangingPunct="1"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94927" indent="-243834" algn="l" defTabSz="609585" rtl="0" eaLnBrk="1" latinLnBrk="0" hangingPunct="1">
        <a:spcBef>
          <a:spcPts val="0"/>
        </a:spcBef>
        <a:spcAft>
          <a:spcPts val="1200"/>
        </a:spcAft>
        <a:buFont typeface="System Font Regular"/>
        <a:buChar char="◦"/>
        <a:tabLst/>
        <a:defRPr sz="2133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36294" indent="-243834" algn="l" defTabSz="609585" rtl="0" eaLnBrk="1" latinLnBrk="0" hangingPunct="1">
        <a:spcBef>
          <a:spcPts val="0"/>
        </a:spcBef>
        <a:spcAft>
          <a:spcPts val="1200"/>
        </a:spcAft>
        <a:buFont typeface="System Font Regular"/>
        <a:buChar char="–"/>
        <a:tabLst/>
        <a:defRPr sz="1867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7662" indent="-219451" algn="l" defTabSz="609585" rtl="0" eaLnBrk="1" latinLnBrk="0" hangingPunct="1">
        <a:spcBef>
          <a:spcPts val="0"/>
        </a:spcBef>
        <a:spcAft>
          <a:spcPts val="1200"/>
        </a:spcAft>
        <a:buFont typeface="System Font Regular"/>
        <a:buChar char="»"/>
        <a:tabLst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84920" indent="-134109" algn="l" defTabSz="609585" rtl="0" eaLnBrk="1" latinLnBrk="0" hangingPunct="1">
        <a:spcBef>
          <a:spcPts val="0"/>
        </a:spcBef>
        <a:spcAft>
          <a:spcPts val="1200"/>
        </a:spcAft>
        <a:buFont typeface="System Font Regular"/>
        <a:buChar char="∙"/>
        <a:tabLst/>
        <a:defRPr sz="1333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pos="350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112CF7-0A0E-DD05-A529-C58967A022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James Niffenegger</a:t>
            </a:r>
          </a:p>
          <a:p>
            <a:r>
              <a:rPr lang="en-US" dirty="0"/>
              <a:t>May 11, 2026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89D19-9682-48C7-03ED-05B6AD1D0C6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Variable Mass BEM Analysis Summary</a:t>
            </a:r>
          </a:p>
        </p:txBody>
      </p:sp>
    </p:spTree>
    <p:extLst>
      <p:ext uri="{BB962C8B-B14F-4D97-AF65-F5344CB8AC3E}">
        <p14:creationId xmlns:p14="http://schemas.microsoft.com/office/powerpoint/2010/main" val="4048466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602E6D-57E6-2E18-B288-019D7467F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206" y="4447434"/>
            <a:ext cx="11377588" cy="193741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Meshes (.</a:t>
            </a:r>
            <a:r>
              <a:rPr lang="en-US" dirty="0" err="1"/>
              <a:t>gdf</a:t>
            </a:r>
            <a:r>
              <a:rPr lang="en-US" dirty="0"/>
              <a:t> files) made in Cubit of OC4 geometry with draft of 28 m</a:t>
            </a:r>
          </a:p>
          <a:p>
            <a:pPr lvl="1"/>
            <a:r>
              <a:rPr lang="en-US" dirty="0"/>
              <a:t>Uniform surface meshes with sizes listed above</a:t>
            </a:r>
          </a:p>
          <a:p>
            <a:r>
              <a:rPr lang="en-US" dirty="0"/>
              <a:t>Capytaine used to calculate hydrostatics and hydrodynamics for drafts between 18 and 22 m (in intervals of 0.4 m)</a:t>
            </a:r>
          </a:p>
          <a:p>
            <a:pPr lvl="1"/>
            <a:r>
              <a:rPr lang="en-US" dirty="0"/>
              <a:t>Capytaine also used to reduce draft of the meshes from 28 m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4845CF6-C308-7597-162E-C9CDEC1C68F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 rot="5400000">
            <a:off x="5217327" y="-5217320"/>
            <a:ext cx="1134379" cy="11569035"/>
          </a:xfrm>
        </p:spPr>
        <p:txBody>
          <a:bodyPr>
            <a:normAutofit/>
          </a:bodyPr>
          <a:lstStyle/>
          <a:p>
            <a:r>
              <a:rPr lang="en-US" dirty="0"/>
              <a:t>Mesh Sizes Considered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637AB8-337A-BACA-9E4B-BEF1B41402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39" b="2225"/>
          <a:stretch>
            <a:fillRect/>
          </a:stretch>
        </p:blipFill>
        <p:spPr>
          <a:xfrm>
            <a:off x="8429718" y="1336476"/>
            <a:ext cx="3432187" cy="25921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DE1B55-73D2-21E6-A708-70DCA16198F1}"/>
              </a:ext>
            </a:extLst>
          </p:cNvPr>
          <p:cNvSpPr txBox="1"/>
          <p:nvPr/>
        </p:nvSpPr>
        <p:spPr>
          <a:xfrm>
            <a:off x="8648784" y="3933011"/>
            <a:ext cx="2994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Mesh Size: 0.75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27EA8E-7F55-CD92-C449-631A3C755F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9583" y="1336477"/>
            <a:ext cx="3679995" cy="25921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0435F7A-F5B0-DED0-1C31-8E0789789BAF}"/>
              </a:ext>
            </a:extLst>
          </p:cNvPr>
          <p:cNvSpPr txBox="1"/>
          <p:nvPr/>
        </p:nvSpPr>
        <p:spPr>
          <a:xfrm>
            <a:off x="4822553" y="3933011"/>
            <a:ext cx="2994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Mesh Size: 1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6171078-B912-3253-EB6E-3473D8A192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36" y="1355579"/>
            <a:ext cx="3903107" cy="25539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32AE0B7-535E-E90F-5019-D13821CECA7A}"/>
              </a:ext>
            </a:extLst>
          </p:cNvPr>
          <p:cNvSpPr txBox="1"/>
          <p:nvPr/>
        </p:nvSpPr>
        <p:spPr>
          <a:xfrm>
            <a:off x="760862" y="3933011"/>
            <a:ext cx="2994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Mesh Size: 1.25</a:t>
            </a:r>
          </a:p>
        </p:txBody>
      </p:sp>
    </p:spTree>
    <p:extLst>
      <p:ext uri="{BB962C8B-B14F-4D97-AF65-F5344CB8AC3E}">
        <p14:creationId xmlns:p14="http://schemas.microsoft.com/office/powerpoint/2010/main" val="2161993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3E8CB1-EF2E-A55A-6478-D72A40C4BE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52463" y="5045819"/>
            <a:ext cx="10087073" cy="1402278"/>
          </a:xfrm>
        </p:spPr>
        <p:txBody>
          <a:bodyPr>
            <a:normAutofit/>
          </a:bodyPr>
          <a:lstStyle/>
          <a:p>
            <a:r>
              <a:rPr lang="en-US" dirty="0"/>
              <a:t>All meshes cut at waterline with lids added to them (purple)</a:t>
            </a:r>
          </a:p>
          <a:p>
            <a:pPr lvl="1"/>
            <a:r>
              <a:rPr lang="en-US" dirty="0"/>
              <a:t>All shifted 0.0001 above waterline to reduce error</a:t>
            </a:r>
          </a:p>
          <a:p>
            <a:r>
              <a:rPr lang="en-US" dirty="0"/>
              <a:t>Lid max face radius = 0.6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92D272-EAFB-7E1F-DDCD-3D85832C554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 rot="5400000">
            <a:off x="5179750" y="-5179746"/>
            <a:ext cx="1209529" cy="11569032"/>
          </a:xfrm>
        </p:spPr>
        <p:txBody>
          <a:bodyPr/>
          <a:lstStyle/>
          <a:p>
            <a:r>
              <a:rPr lang="en-US" dirty="0"/>
              <a:t>Capytaine Mesh Adjustments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0C6909-F0EB-B72B-7854-B5E55DC4316C}"/>
              </a:ext>
            </a:extLst>
          </p:cNvPr>
          <p:cNvSpPr txBox="1"/>
          <p:nvPr/>
        </p:nvSpPr>
        <p:spPr>
          <a:xfrm>
            <a:off x="534467" y="4448384"/>
            <a:ext cx="2994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Draft: 18 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A74E4E-F99C-208C-9014-63BBEB548596}"/>
              </a:ext>
            </a:extLst>
          </p:cNvPr>
          <p:cNvSpPr txBox="1"/>
          <p:nvPr/>
        </p:nvSpPr>
        <p:spPr>
          <a:xfrm>
            <a:off x="4623746" y="4448384"/>
            <a:ext cx="2994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Draft: 20 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E9B050-FB06-B964-ABB2-622DC9B63A04}"/>
              </a:ext>
            </a:extLst>
          </p:cNvPr>
          <p:cNvSpPr txBox="1"/>
          <p:nvPr/>
        </p:nvSpPr>
        <p:spPr>
          <a:xfrm>
            <a:off x="8663480" y="4448384"/>
            <a:ext cx="2994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Draft: 22 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F61D36-14AE-0060-483D-9924CCC010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419" y="1390389"/>
            <a:ext cx="3678147" cy="30579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041E1B-729B-9C49-F701-66D9EE6451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959" y="1390389"/>
            <a:ext cx="3629626" cy="30579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ED13158-902A-BE8C-1E69-B6817173D8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3529" y="1390388"/>
            <a:ext cx="3676052" cy="305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158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9CBA89F-89DB-98D0-54C9-C5976E091985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413960" y="1335673"/>
                <a:ext cx="11364079" cy="547502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Know the center of gravity (-13.46 m) for the 20 m draft model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) so any change in draft is due to changes in water volume in the upper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) and lower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) ballasts</a:t>
                </a:r>
              </a:p>
              <a:p>
                <a:r>
                  <a:rPr lang="en-US" dirty="0"/>
                  <a:t>Change in displaced volume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) determined using Capytaine: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 simplicity: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dirty="0"/>
                  <a:t> and mass is determined using water density (1,025 kg/m</a:t>
                </a:r>
                <a:r>
                  <a:rPr lang="en-US" baseline="30000" dirty="0"/>
                  <a:t>3</a:t>
                </a:r>
                <a:r>
                  <a:rPr lang="en-US" dirty="0"/>
                  <a:t>)</a:t>
                </a:r>
              </a:p>
              <a:p>
                <a:r>
                  <a:rPr lang="en-US" dirty="0"/>
                  <a:t>Center of mass of these positive or negative volumes found using dimensions and the water levels in these cylinders according to the OC4’s specifications </a:t>
                </a:r>
              </a:p>
              <a:p>
                <a:pPr lvl="1"/>
                <a:r>
                  <a:rPr lang="en-US" dirty="0"/>
                  <a:t>And the change in draft</a:t>
                </a:r>
              </a:p>
              <a:p>
                <a:r>
                  <a:rPr lang="en-US" dirty="0"/>
                  <a:t>Center of Gravity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𝑐𝑔</m:t>
                        </m:r>
                      </m:sub>
                    </m:sSub>
                  </m:oMath>
                </a14:m>
                <a:r>
                  <a:rPr lang="en-US" dirty="0"/>
                  <a:t>) Equation: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𝑐𝑔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𝑐𝑔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𝑍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+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𝑐𝑔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𝑐𝑔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is the mass of the 3 different bodies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is the change in draft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9CBA89F-89DB-98D0-54C9-C5976E0919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413960" y="1335673"/>
                <a:ext cx="11364079" cy="5475024"/>
              </a:xfrm>
              <a:blipFill>
                <a:blip r:embed="rId2"/>
                <a:stretch>
                  <a:fillRect l="-1556" t="-1559" r="-2200" b="-4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C26250-36C1-E53F-3C8C-CE031CCA4A2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 rot="5400000">
            <a:off x="5179750" y="-5179746"/>
            <a:ext cx="1209529" cy="11569032"/>
          </a:xfrm>
        </p:spPr>
        <p:txBody>
          <a:bodyPr/>
          <a:lstStyle/>
          <a:p>
            <a:r>
              <a:rPr lang="en-US" dirty="0"/>
              <a:t>Center of Gravity Calculations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1E3673-7D34-D910-D785-127C42951C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5" t="36296" r="61654" b="51171"/>
          <a:stretch>
            <a:fillRect/>
          </a:stretch>
        </p:blipFill>
        <p:spPr>
          <a:xfrm>
            <a:off x="6934373" y="4067519"/>
            <a:ext cx="4843666" cy="240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52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50AD1D-38AB-ECD8-DA3E-9C8095A43F2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 rot="5400000">
            <a:off x="5179750" y="-5179746"/>
            <a:ext cx="1209529" cy="11569032"/>
          </a:xfrm>
        </p:spPr>
        <p:txBody>
          <a:bodyPr/>
          <a:lstStyle/>
          <a:p>
            <a:r>
              <a:rPr lang="en-US" dirty="0"/>
              <a:t>Change in Center of Gravity with Draft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0D72DD-2FEB-B01C-7DCF-1A32E3CE48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73" y="2620908"/>
            <a:ext cx="5547841" cy="42370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07D2D0-52B3-39B4-B701-E59C1DEA04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501" y="2460869"/>
            <a:ext cx="5654530" cy="4397121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492A010-9AC6-5F63-3EBC-4AAA4733A8E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2599" y="1352567"/>
            <a:ext cx="11226802" cy="120953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Ballast mass of 20 m draft model verified with OC4 report (9.6 kt)</a:t>
            </a:r>
          </a:p>
          <a:p>
            <a:r>
              <a:rPr lang="en-US" dirty="0"/>
              <a:t>Mass of remaining structure is ~17% greater than the report (4.5 vs 3.9 kt) but verified in SolidWorks  </a:t>
            </a:r>
          </a:p>
          <a:p>
            <a:pPr lvl="1"/>
            <a:r>
              <a:rPr lang="en-US" dirty="0"/>
              <a:t>Mass of the OC4 was calculated given the volume of the 20 m draft model &amp; ballast mass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F0BD39C-0948-3521-3979-639433DDFAE2}"/>
              </a:ext>
            </a:extLst>
          </p:cNvPr>
          <p:cNvSpPr txBox="1">
            <a:spLocks/>
          </p:cNvSpPr>
          <p:nvPr/>
        </p:nvSpPr>
        <p:spPr>
          <a:xfrm>
            <a:off x="8741766" y="4659429"/>
            <a:ext cx="2609522" cy="939665"/>
          </a:xfrm>
          <a:prstGeom prst="rect">
            <a:avLst/>
          </a:prstGeom>
          <a:solidFill>
            <a:schemeClr val="bg1">
              <a:alpha val="65000"/>
            </a:schemeClr>
          </a:solidFill>
        </p:spPr>
        <p:txBody>
          <a:bodyPr vert="horz" lIns="0" tIns="0" rIns="0" bIns="0" rtlCol="0">
            <a:normAutofit fontScale="77500" lnSpcReduction="20000"/>
          </a:bodyPr>
          <a:lstStyle>
            <a:lvl1pPr marL="292601" indent="-292601" algn="l" defTabSz="609585" rtl="0" eaLnBrk="1" latinLnBrk="0" hangingPunct="1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94927" indent="-243834" algn="l" defTabSz="609585" rtl="0" eaLnBrk="1" latinLnBrk="0" hangingPunct="1">
              <a:spcBef>
                <a:spcPts val="0"/>
              </a:spcBef>
              <a:spcAft>
                <a:spcPts val="1200"/>
              </a:spcAft>
              <a:buFont typeface="System Font Regular"/>
              <a:buChar char="◦"/>
              <a:tabLst/>
              <a:defRPr sz="2133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036294" indent="-243834" algn="l" defTabSz="609585" rtl="0" eaLnBrk="1" latinLnBrk="0" hangingPunct="1">
              <a:spcBef>
                <a:spcPts val="0"/>
              </a:spcBef>
              <a:spcAft>
                <a:spcPts val="1200"/>
              </a:spcAft>
              <a:buFont typeface="System Font Regular"/>
              <a:buChar char="–"/>
              <a:tabLst/>
              <a:defRPr sz="1867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7662" indent="-219451" algn="l" defTabSz="609585" rtl="0" eaLnBrk="1" latinLnBrk="0" hangingPunct="1">
              <a:spcBef>
                <a:spcPts val="0"/>
              </a:spcBef>
              <a:spcAft>
                <a:spcPts val="1200"/>
              </a:spcAft>
              <a:buFont typeface="System Font Regular"/>
              <a:buChar char="»"/>
              <a:tabLst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84920" indent="-134109" algn="l" defTabSz="609585" rtl="0" eaLnBrk="1" latinLnBrk="0" hangingPunct="1">
              <a:spcBef>
                <a:spcPts val="0"/>
              </a:spcBef>
              <a:spcAft>
                <a:spcPts val="1200"/>
              </a:spcAft>
              <a:buFont typeface="System Font Regular"/>
              <a:buChar char="∙"/>
              <a:tabLst/>
              <a:defRPr sz="1333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Change in ballast mass alters center of gravity by 10’s of cm vs draft alone</a:t>
            </a:r>
          </a:p>
        </p:txBody>
      </p:sp>
    </p:spTree>
    <p:extLst>
      <p:ext uri="{BB962C8B-B14F-4D97-AF65-F5344CB8AC3E}">
        <p14:creationId xmlns:p14="http://schemas.microsoft.com/office/powerpoint/2010/main" val="634368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5564675-EE07-CF33-52CF-A80A6FC7C1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E344E0-6BC4-A40A-2796-FCD3C87A8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Added Mass at Infinity Comparison</a:t>
            </a:r>
          </a:p>
        </p:txBody>
      </p:sp>
    </p:spTree>
    <p:extLst>
      <p:ext uri="{BB962C8B-B14F-4D97-AF65-F5344CB8AC3E}">
        <p14:creationId xmlns:p14="http://schemas.microsoft.com/office/powerpoint/2010/main" val="1317579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980E1A-B44B-6591-B9CE-C4158C2D77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1209535"/>
            <a:ext cx="7531280" cy="564846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437B6-BE8A-0627-CC3F-DF56A6B3F3D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 rot="5400000">
            <a:off x="5179750" y="-5179746"/>
            <a:ext cx="1209529" cy="11569032"/>
          </a:xfrm>
        </p:spPr>
        <p:txBody>
          <a:bodyPr/>
          <a:lstStyle/>
          <a:p>
            <a:r>
              <a:rPr lang="en-US" dirty="0"/>
              <a:t>Added Mass at Infinity in Surge 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2B15BDB9-70DF-962F-5D1C-AE8B3AAF00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90045" y="2787774"/>
            <a:ext cx="4478986" cy="2491991"/>
          </a:xfrm>
        </p:spPr>
        <p:txBody>
          <a:bodyPr/>
          <a:lstStyle/>
          <a:p>
            <a:r>
              <a:rPr lang="en-US" dirty="0"/>
              <a:t>Added mass (at infinity) in surge increases with increasing draft almost linearly</a:t>
            </a:r>
          </a:p>
          <a:p>
            <a:r>
              <a:rPr lang="en-US" dirty="0"/>
              <a:t>The added mass also decreases with decreasing mesh size</a:t>
            </a:r>
          </a:p>
        </p:txBody>
      </p:sp>
    </p:spTree>
    <p:extLst>
      <p:ext uri="{BB962C8B-B14F-4D97-AF65-F5344CB8AC3E}">
        <p14:creationId xmlns:p14="http://schemas.microsoft.com/office/powerpoint/2010/main" val="1333897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1484C4-380D-AC5B-7E67-B99247AA65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9534"/>
            <a:ext cx="7531287" cy="5648465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2A691C1-B304-6B61-953D-2A944AF8F9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20991" y="2361748"/>
            <a:ext cx="4448040" cy="3344034"/>
          </a:xfrm>
        </p:spPr>
        <p:txBody>
          <a:bodyPr/>
          <a:lstStyle/>
          <a:p>
            <a:r>
              <a:rPr lang="en-US" dirty="0"/>
              <a:t>Added mass (at infinity) in heave increases with draft </a:t>
            </a:r>
          </a:p>
          <a:p>
            <a:r>
              <a:rPr lang="en-US" dirty="0"/>
              <a:t>Added mass varies with mesh size</a:t>
            </a:r>
          </a:p>
          <a:p>
            <a:pPr lvl="1"/>
            <a:r>
              <a:rPr lang="en-US" dirty="0"/>
              <a:t>Lowest added mass occurs with medium mesh size</a:t>
            </a:r>
          </a:p>
          <a:p>
            <a:pPr lvl="1"/>
            <a:r>
              <a:rPr lang="en-US" dirty="0"/>
              <a:t>Highest added mass occurs with smallest mesh size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CEF5DC-D268-7A23-5770-74D2D61F8D9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 rot="5400000">
            <a:off x="5179750" y="-5179746"/>
            <a:ext cx="1209529" cy="11569032"/>
          </a:xfrm>
        </p:spPr>
        <p:txBody>
          <a:bodyPr/>
          <a:lstStyle/>
          <a:p>
            <a:r>
              <a:rPr lang="en-US" dirty="0"/>
              <a:t>Added Mass at Infinity in Heave</a:t>
            </a:r>
          </a:p>
        </p:txBody>
      </p:sp>
    </p:spTree>
    <p:extLst>
      <p:ext uri="{BB962C8B-B14F-4D97-AF65-F5344CB8AC3E}">
        <p14:creationId xmlns:p14="http://schemas.microsoft.com/office/powerpoint/2010/main" val="1556857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CD0ECE-8DA9-8EA0-CBB0-98253F105D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1209534"/>
            <a:ext cx="7534277" cy="5650707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656551-EB6E-4829-EFDE-1326DE6ED8A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15794" y="3005065"/>
            <a:ext cx="4553237" cy="2057400"/>
          </a:xfrm>
        </p:spPr>
        <p:txBody>
          <a:bodyPr/>
          <a:lstStyle/>
          <a:p>
            <a:r>
              <a:rPr lang="en-US" dirty="0"/>
              <a:t>Added mass (at infinity) in heave increases with draft </a:t>
            </a:r>
          </a:p>
          <a:p>
            <a:r>
              <a:rPr lang="en-US" dirty="0"/>
              <a:t>Added mass nearly identical between mesh sizes of 0.75 and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19D61B-9560-45EC-BFE5-0447C575FBB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 rot="5400000">
            <a:off x="5179750" y="-5179746"/>
            <a:ext cx="1209529" cy="11569032"/>
          </a:xfrm>
        </p:spPr>
        <p:txBody>
          <a:bodyPr/>
          <a:lstStyle/>
          <a:p>
            <a:r>
              <a:rPr lang="en-US" dirty="0"/>
              <a:t>Added Mass at Infinity in Pitch</a:t>
            </a:r>
          </a:p>
        </p:txBody>
      </p:sp>
    </p:spTree>
    <p:extLst>
      <p:ext uri="{BB962C8B-B14F-4D97-AF65-F5344CB8AC3E}">
        <p14:creationId xmlns:p14="http://schemas.microsoft.com/office/powerpoint/2010/main" val="3387159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1722B-CA39-6BAA-7D24-DA1C8F81A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82A0E4A-8C9C-27B0-1548-D0AD49B52A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Results for one draft size (18 m) for simplicity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02C7BC7-854F-64DC-876F-9DCF2527B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 Comparison for Added Mass &amp; Radiation Damping</a:t>
            </a:r>
          </a:p>
        </p:txBody>
      </p:sp>
    </p:spTree>
    <p:extLst>
      <p:ext uri="{BB962C8B-B14F-4D97-AF65-F5344CB8AC3E}">
        <p14:creationId xmlns:p14="http://schemas.microsoft.com/office/powerpoint/2010/main" val="2924357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4CDBFA-3BF9-7177-6ED6-3537A87AA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139" y="1209534"/>
            <a:ext cx="10188748" cy="564846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AB9C97-6AAB-855E-83BA-C9D40F1DA5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Added Mass in Surge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EEAF23C8-85B6-70E5-58F3-12268E9652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07411" y="3867994"/>
            <a:ext cx="3993364" cy="1780467"/>
          </a:xfrm>
        </p:spPr>
        <p:txBody>
          <a:bodyPr>
            <a:normAutofit/>
          </a:bodyPr>
          <a:lstStyle/>
          <a:p>
            <a:r>
              <a:rPr lang="en-US" dirty="0"/>
              <a:t>Results nearly identical between mesh sizes</a:t>
            </a:r>
          </a:p>
          <a:p>
            <a:r>
              <a:rPr lang="en-US" dirty="0"/>
              <a:t>Added mass decreases with decreasing mesh size</a:t>
            </a:r>
          </a:p>
        </p:txBody>
      </p:sp>
    </p:spTree>
    <p:extLst>
      <p:ext uri="{BB962C8B-B14F-4D97-AF65-F5344CB8AC3E}">
        <p14:creationId xmlns:p14="http://schemas.microsoft.com/office/powerpoint/2010/main" val="2702846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0F3063-A0F5-FF83-2771-C6BBFAC6B3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775" y="1209539"/>
            <a:ext cx="11630450" cy="564846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1270A-B985-7543-1781-7ADC0B2FFA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Added Mass in Heave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B06B7C0A-04A7-26B1-104C-DF92530704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305050" y="4136408"/>
            <a:ext cx="4265796" cy="890234"/>
          </a:xfrm>
        </p:spPr>
        <p:txBody>
          <a:bodyPr>
            <a:normAutofit/>
          </a:bodyPr>
          <a:lstStyle/>
          <a:p>
            <a:r>
              <a:rPr lang="en-US" dirty="0"/>
              <a:t>Added mass varies inconsistently with mesh size</a:t>
            </a:r>
          </a:p>
        </p:txBody>
      </p:sp>
    </p:spTree>
    <p:extLst>
      <p:ext uri="{BB962C8B-B14F-4D97-AF65-F5344CB8AC3E}">
        <p14:creationId xmlns:p14="http://schemas.microsoft.com/office/powerpoint/2010/main" val="3473823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21E329-7FC2-9002-3727-8D7ECECB65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226" y="1209534"/>
            <a:ext cx="11447547" cy="564846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7FECA1-3A9A-335A-2D73-CC65B31A73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Added Mass in Pitch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25946A21-A50A-AD6E-750F-A536877D04D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80427" y="2840305"/>
            <a:ext cx="3993364" cy="1238081"/>
          </a:xfrm>
        </p:spPr>
        <p:txBody>
          <a:bodyPr>
            <a:normAutofit/>
          </a:bodyPr>
          <a:lstStyle/>
          <a:p>
            <a:r>
              <a:rPr lang="en-US" dirty="0"/>
              <a:t>Results nearly identical between mesh sizes 0.75 and 1</a:t>
            </a:r>
          </a:p>
        </p:txBody>
      </p:sp>
    </p:spTree>
    <p:extLst>
      <p:ext uri="{BB962C8B-B14F-4D97-AF65-F5344CB8AC3E}">
        <p14:creationId xmlns:p14="http://schemas.microsoft.com/office/powerpoint/2010/main" val="2011636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79AA4B-EE20-651B-CC3D-48268C6030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821" y="1209534"/>
            <a:ext cx="10324529" cy="564622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516BC-969F-1BBD-B690-B889347D70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Radiation Damping in Surge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48E4FC93-0319-BBE3-1746-7CA0442F9EC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54215" y="2485738"/>
            <a:ext cx="3993364" cy="1780467"/>
          </a:xfrm>
        </p:spPr>
        <p:txBody>
          <a:bodyPr>
            <a:normAutofit/>
          </a:bodyPr>
          <a:lstStyle/>
          <a:p>
            <a:r>
              <a:rPr lang="en-US" dirty="0"/>
              <a:t>Results nearly identical between mesh sizes</a:t>
            </a:r>
          </a:p>
          <a:p>
            <a:r>
              <a:rPr lang="en-US" dirty="0"/>
              <a:t>Decrease with decreasing mesh size</a:t>
            </a:r>
          </a:p>
        </p:txBody>
      </p:sp>
    </p:spTree>
    <p:extLst>
      <p:ext uri="{BB962C8B-B14F-4D97-AF65-F5344CB8AC3E}">
        <p14:creationId xmlns:p14="http://schemas.microsoft.com/office/powerpoint/2010/main" val="812112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E216C5-39F7-1CB5-C1C3-BE1EFD4210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014" y="1209534"/>
            <a:ext cx="10495971" cy="565748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123EFD-36B2-C8C3-19AF-4C66526948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Radiation Damping in Heave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8BF9956A-7AF3-F3C3-7F7E-A5958F994B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367172" y="1852966"/>
            <a:ext cx="3993364" cy="1780467"/>
          </a:xfrm>
        </p:spPr>
        <p:txBody>
          <a:bodyPr>
            <a:normAutofit/>
          </a:bodyPr>
          <a:lstStyle/>
          <a:p>
            <a:r>
              <a:rPr lang="en-US" dirty="0"/>
              <a:t>Results nearly identical between mesh sizes</a:t>
            </a:r>
          </a:p>
          <a:p>
            <a:r>
              <a:rPr lang="en-US" dirty="0"/>
              <a:t>Vary inconsistently with mesh size</a:t>
            </a:r>
          </a:p>
        </p:txBody>
      </p:sp>
    </p:spTree>
    <p:extLst>
      <p:ext uri="{BB962C8B-B14F-4D97-AF65-F5344CB8AC3E}">
        <p14:creationId xmlns:p14="http://schemas.microsoft.com/office/powerpoint/2010/main" val="2171700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A6169-9E34-BFC3-A7FF-E4A0E4BA3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097" y="1209534"/>
            <a:ext cx="12222194" cy="564846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2E0E67-B64C-FBD2-91D2-4A43946A56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Radiation Damping in Pitch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B5DFE078-E702-DCC5-66E8-2CA0CC4145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94810" y="2789619"/>
            <a:ext cx="3993364" cy="1780467"/>
          </a:xfrm>
        </p:spPr>
        <p:txBody>
          <a:bodyPr>
            <a:normAutofit/>
          </a:bodyPr>
          <a:lstStyle/>
          <a:p>
            <a:r>
              <a:rPr lang="en-US" dirty="0"/>
              <a:t>Results nearly identical between mesh sizes</a:t>
            </a:r>
          </a:p>
          <a:p>
            <a:r>
              <a:rPr lang="en-US" dirty="0"/>
              <a:t>Vary inconsistently with mesh size</a:t>
            </a:r>
          </a:p>
        </p:txBody>
      </p:sp>
    </p:spTree>
    <p:extLst>
      <p:ext uri="{BB962C8B-B14F-4D97-AF65-F5344CB8AC3E}">
        <p14:creationId xmlns:p14="http://schemas.microsoft.com/office/powerpoint/2010/main" val="3852736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FBDA2-FFC4-139F-6AAD-943B91457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AB5B0C-A37B-B8D6-1BAC-FCC6D7D3624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Results for one mesh size (0.75) for simplicity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955753-B169-C178-50FA-07AFB87CE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Draft Comparison for Added Mass &amp; Radiation Damping</a:t>
            </a:r>
          </a:p>
        </p:txBody>
      </p:sp>
    </p:spTree>
    <p:extLst>
      <p:ext uri="{BB962C8B-B14F-4D97-AF65-F5344CB8AC3E}">
        <p14:creationId xmlns:p14="http://schemas.microsoft.com/office/powerpoint/2010/main" val="10460883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33F885-ADF6-1F07-EA0D-A1907D1453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271" y="1212822"/>
            <a:ext cx="10000029" cy="564517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D4A6A2-6FBD-503F-2EDE-CB0796A9BC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Added Mass in Surge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DFA83772-4A8D-82AD-D347-162D54DF14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34343" y="4497499"/>
            <a:ext cx="3993364" cy="1307861"/>
          </a:xfrm>
        </p:spPr>
        <p:txBody>
          <a:bodyPr>
            <a:normAutofit/>
          </a:bodyPr>
          <a:lstStyle/>
          <a:p>
            <a:r>
              <a:rPr lang="en-US" dirty="0"/>
              <a:t>Added mass consistently increases with increasing draft at all frequencies</a:t>
            </a:r>
          </a:p>
        </p:txBody>
      </p:sp>
    </p:spTree>
    <p:extLst>
      <p:ext uri="{BB962C8B-B14F-4D97-AF65-F5344CB8AC3E}">
        <p14:creationId xmlns:p14="http://schemas.microsoft.com/office/powerpoint/2010/main" val="5543482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5774FC-D347-77F4-E7D7-F025490CD3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41" y="1209539"/>
            <a:ext cx="11350717" cy="564846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BADD9-7C61-C4F8-9CB1-0725B7DCA8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Added Mass in Heave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89C9958B-5307-700F-5FCF-C733FFA5D8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05926" y="1687962"/>
            <a:ext cx="5089889" cy="2149434"/>
          </a:xfrm>
        </p:spPr>
        <p:txBody>
          <a:bodyPr>
            <a:normAutofit/>
          </a:bodyPr>
          <a:lstStyle/>
          <a:p>
            <a:r>
              <a:rPr lang="en-US" dirty="0"/>
              <a:t>Added mass decreases with increasing draft at low frequencies (&lt;1.15 rad/s)</a:t>
            </a:r>
          </a:p>
          <a:p>
            <a:r>
              <a:rPr lang="en-US" dirty="0"/>
              <a:t>Added mass increases with increasing draft above 1.15 rad/s</a:t>
            </a:r>
          </a:p>
        </p:txBody>
      </p:sp>
    </p:spTree>
    <p:extLst>
      <p:ext uri="{BB962C8B-B14F-4D97-AF65-F5344CB8AC3E}">
        <p14:creationId xmlns:p14="http://schemas.microsoft.com/office/powerpoint/2010/main" val="16767289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4D7764-2808-88E0-3169-F7F2524BFE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80" y="1209539"/>
            <a:ext cx="11318440" cy="564846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65E7DA-4F8D-3080-B0B9-69C86DFF20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Added Mass in Pitch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4FED76B4-D59C-0FE1-BABE-A7A16621B25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51299" y="1907542"/>
            <a:ext cx="3993364" cy="1307861"/>
          </a:xfrm>
        </p:spPr>
        <p:txBody>
          <a:bodyPr>
            <a:normAutofit/>
          </a:bodyPr>
          <a:lstStyle/>
          <a:p>
            <a:r>
              <a:rPr lang="en-US" dirty="0"/>
              <a:t>Added mass mostly increases with increasing draft at all frequencies</a:t>
            </a:r>
          </a:p>
        </p:txBody>
      </p:sp>
    </p:spTree>
    <p:extLst>
      <p:ext uri="{BB962C8B-B14F-4D97-AF65-F5344CB8AC3E}">
        <p14:creationId xmlns:p14="http://schemas.microsoft.com/office/powerpoint/2010/main" val="26775625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5B9FCD-A92C-A66D-4678-6DBB578A5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31" y="1209534"/>
            <a:ext cx="10296338" cy="564846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44CEF0-0FAB-730D-7866-1856845024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Radiation Damping in Surge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CC349EB3-9445-D870-B48B-66FBDEA6535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377512" y="1874805"/>
            <a:ext cx="3321276" cy="2149434"/>
          </a:xfrm>
        </p:spPr>
        <p:txBody>
          <a:bodyPr>
            <a:normAutofit/>
          </a:bodyPr>
          <a:lstStyle/>
          <a:p>
            <a:r>
              <a:rPr lang="en-US" dirty="0"/>
              <a:t>Results nearly identical</a:t>
            </a:r>
          </a:p>
          <a:p>
            <a:r>
              <a:rPr lang="en-US" dirty="0"/>
              <a:t>Radiation damping varies inconsistently with increasing draft</a:t>
            </a:r>
          </a:p>
        </p:txBody>
      </p:sp>
    </p:spTree>
    <p:extLst>
      <p:ext uri="{BB962C8B-B14F-4D97-AF65-F5344CB8AC3E}">
        <p14:creationId xmlns:p14="http://schemas.microsoft.com/office/powerpoint/2010/main" val="6527003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22C3FA-100F-2767-FD8A-BCD63E705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697" y="1209534"/>
            <a:ext cx="10016605" cy="564846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64B5A7-A854-3C46-8C58-F9E6F57A21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Radiation Damping in Heave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B1606BFA-BB83-DA0F-D5B6-F6C58C2E062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41399" y="1765088"/>
            <a:ext cx="3697476" cy="1663912"/>
          </a:xfrm>
        </p:spPr>
        <p:txBody>
          <a:bodyPr>
            <a:normAutofit/>
          </a:bodyPr>
          <a:lstStyle/>
          <a:p>
            <a:r>
              <a:rPr lang="en-US" dirty="0"/>
              <a:t>Radiation damping consistently increases with increasing draft at all frequencies</a:t>
            </a:r>
          </a:p>
        </p:txBody>
      </p:sp>
    </p:spTree>
    <p:extLst>
      <p:ext uri="{BB962C8B-B14F-4D97-AF65-F5344CB8AC3E}">
        <p14:creationId xmlns:p14="http://schemas.microsoft.com/office/powerpoint/2010/main" val="15177742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91EDE9-CE74-6FB7-C793-E2DE50F094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4" y="1209534"/>
            <a:ext cx="12050051" cy="564846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184013-B188-DDDA-BAD0-FCD69563C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Radiation Damping in Pitch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470662EF-3AF8-6F15-1F97-52A18C5B94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48169" y="1857050"/>
            <a:ext cx="3993364" cy="1663912"/>
          </a:xfrm>
        </p:spPr>
        <p:txBody>
          <a:bodyPr>
            <a:normAutofit/>
          </a:bodyPr>
          <a:lstStyle/>
          <a:p>
            <a:r>
              <a:rPr lang="en-US" dirty="0"/>
              <a:t>Radiation damping decreases with increasing draft at frequencies below 1 rad/s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C0908C96-2496-78E3-F003-165805A2447B}"/>
              </a:ext>
            </a:extLst>
          </p:cNvPr>
          <p:cNvSpPr txBox="1">
            <a:spLocks/>
          </p:cNvSpPr>
          <p:nvPr/>
        </p:nvSpPr>
        <p:spPr>
          <a:xfrm>
            <a:off x="6936638" y="3628700"/>
            <a:ext cx="3295741" cy="16639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92601" indent="-292601" algn="l" defTabSz="609585" rtl="0" eaLnBrk="1" latinLnBrk="0" hangingPunct="1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94927" indent="-243834" algn="l" defTabSz="609585" rtl="0" eaLnBrk="1" latinLnBrk="0" hangingPunct="1">
              <a:spcBef>
                <a:spcPts val="0"/>
              </a:spcBef>
              <a:spcAft>
                <a:spcPts val="1200"/>
              </a:spcAft>
              <a:buFont typeface="System Font Regular"/>
              <a:buChar char="◦"/>
              <a:tabLst/>
              <a:defRPr sz="2133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036294" indent="-243834" algn="l" defTabSz="609585" rtl="0" eaLnBrk="1" latinLnBrk="0" hangingPunct="1">
              <a:spcBef>
                <a:spcPts val="0"/>
              </a:spcBef>
              <a:spcAft>
                <a:spcPts val="1200"/>
              </a:spcAft>
              <a:buFont typeface="System Font Regular"/>
              <a:buChar char="–"/>
              <a:tabLst/>
              <a:defRPr sz="1867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7662" indent="-219451" algn="l" defTabSz="609585" rtl="0" eaLnBrk="1" latinLnBrk="0" hangingPunct="1">
              <a:spcBef>
                <a:spcPts val="0"/>
              </a:spcBef>
              <a:spcAft>
                <a:spcPts val="1200"/>
              </a:spcAft>
              <a:buFont typeface="System Font Regular"/>
              <a:buChar char="»"/>
              <a:tabLst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84920" indent="-134109" algn="l" defTabSz="609585" rtl="0" eaLnBrk="1" latinLnBrk="0" hangingPunct="1">
              <a:spcBef>
                <a:spcPts val="0"/>
              </a:spcBef>
              <a:spcAft>
                <a:spcPts val="1200"/>
              </a:spcAft>
              <a:buFont typeface="System Font Regular"/>
              <a:buChar char="∙"/>
              <a:tabLst/>
              <a:defRPr sz="1333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Radiation damping increases with increasing draft at higher frequencies</a:t>
            </a:r>
          </a:p>
        </p:txBody>
      </p:sp>
    </p:spTree>
    <p:extLst>
      <p:ext uri="{BB962C8B-B14F-4D97-AF65-F5344CB8AC3E}">
        <p14:creationId xmlns:p14="http://schemas.microsoft.com/office/powerpoint/2010/main" val="284847854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NLR Color Palette">
      <a:dk1>
        <a:srgbClr val="000000"/>
      </a:dk1>
      <a:lt1>
        <a:srgbClr val="FFFFFF"/>
      </a:lt1>
      <a:dk2>
        <a:srgbClr val="0075BB"/>
      </a:dk2>
      <a:lt2>
        <a:srgbClr val="F6F3F1"/>
      </a:lt2>
      <a:accent1>
        <a:srgbClr val="003A69"/>
      </a:accent1>
      <a:accent2>
        <a:srgbClr val="DB9728"/>
      </a:accent2>
      <a:accent3>
        <a:srgbClr val="D57C5C"/>
      </a:accent3>
      <a:accent4>
        <a:srgbClr val="872C15"/>
      </a:accent4>
      <a:accent5>
        <a:srgbClr val="819E7E"/>
      </a:accent5>
      <a:accent6>
        <a:srgbClr val="1A584D"/>
      </a:accent6>
      <a:hlink>
        <a:srgbClr val="0076BA"/>
      </a:hlink>
      <a:folHlink>
        <a:srgbClr val="00A3E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EEEEE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954E6CC0-2E26-4CBD-8BE4-FD03702DD5DF}" vid="{753F4348-6825-4149-B445-0FDEF6FC5F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5965d95-ecc0-4720-b759-1f33c42ed7da}" enabled="1" method="Standard" siteId="{a0f29d7e-28cd-4f54-8442-7885aee7c08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818</TotalTime>
  <Words>677</Words>
  <Application>Microsoft Office PowerPoint</Application>
  <PresentationFormat>Widescreen</PresentationFormat>
  <Paragraphs>81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Arial</vt:lpstr>
      <vt:lpstr>Cambria Math</vt:lpstr>
      <vt:lpstr>System Font Regular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Added Mass at Infinity Comparison</vt:lpstr>
      <vt:lpstr>PowerPoint Presentation</vt:lpstr>
      <vt:lpstr>PowerPoint Presentation</vt:lpstr>
      <vt:lpstr>PowerPoint Presentation</vt:lpstr>
      <vt:lpstr>Mesh Comparison for Added Mass &amp; Radiation Damping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Draft Comparison for Added Mass &amp; Radiation Damping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Niffenegger, James</dc:creator>
  <cp:lastModifiedBy>Niffenegger, James</cp:lastModifiedBy>
  <cp:revision>10</cp:revision>
  <dcterms:created xsi:type="dcterms:W3CDTF">2026-05-05T20:41:55Z</dcterms:created>
  <dcterms:modified xsi:type="dcterms:W3CDTF">2026-05-11T16:47:27Z</dcterms:modified>
</cp:coreProperties>
</file>